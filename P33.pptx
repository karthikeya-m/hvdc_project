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notesMasterIdLst>
    <p:notesMasterId r:id="rId22"/>
  </p:notesMasterIdLst>
  <p:sldIdLst>
    <p:sldId id="256" r:id="rId5"/>
    <p:sldId id="469" r:id="rId6"/>
    <p:sldId id="465" r:id="rId7"/>
    <p:sldId id="439" r:id="rId8"/>
    <p:sldId id="463" r:id="rId9"/>
    <p:sldId id="440" r:id="rId10"/>
    <p:sldId id="460" r:id="rId11"/>
    <p:sldId id="444" r:id="rId12"/>
    <p:sldId id="470" r:id="rId13"/>
    <p:sldId id="450" r:id="rId14"/>
    <p:sldId id="445" r:id="rId15"/>
    <p:sldId id="452" r:id="rId16"/>
    <p:sldId id="453" r:id="rId17"/>
    <p:sldId id="454" r:id="rId18"/>
    <p:sldId id="466" r:id="rId19"/>
    <p:sldId id="467" r:id="rId20"/>
    <p:sldId id="468"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F5B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9BEF04-7F0B-6D3C-B5ED-F73A1B08A22A}" v="135" dt="2025-11-20T14:41:31.394"/>
    <p1510:client id="{39572A53-034F-4BF6-B8C9-1D67C306A31C}" v="1074" dt="2025-11-20T14:55:14.7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137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loth Karthikeya" userId="S::ee220002047@iiti.ac.in::86a58276-83c3-4039-8ba3-9628beaae997" providerId="AD" clId="Web-{2F9BEF04-7F0B-6D3C-B5ED-F73A1B08A22A}"/>
    <pc:docChg chg="modSld">
      <pc:chgData name="Maloth Karthikeya" userId="S::ee220002047@iiti.ac.in::86a58276-83c3-4039-8ba3-9628beaae997" providerId="AD" clId="Web-{2F9BEF04-7F0B-6D3C-B5ED-F73A1B08A22A}" dt="2025-11-20T14:41:30.362" v="68" actId="20577"/>
      <pc:docMkLst>
        <pc:docMk/>
      </pc:docMkLst>
      <pc:sldChg chg="modSp">
        <pc:chgData name="Maloth Karthikeya" userId="S::ee220002047@iiti.ac.in::86a58276-83c3-4039-8ba3-9628beaae997" providerId="AD" clId="Web-{2F9BEF04-7F0B-6D3C-B5ED-F73A1B08A22A}" dt="2025-11-20T14:34:19.426" v="1" actId="20577"/>
        <pc:sldMkLst>
          <pc:docMk/>
          <pc:sldMk cId="3262525480" sldId="444"/>
        </pc:sldMkLst>
        <pc:spChg chg="mod">
          <ac:chgData name="Maloth Karthikeya" userId="S::ee220002047@iiti.ac.in::86a58276-83c3-4039-8ba3-9628beaae997" providerId="AD" clId="Web-{2F9BEF04-7F0B-6D3C-B5ED-F73A1B08A22A}" dt="2025-11-20T14:34:19.426" v="1" actId="20577"/>
          <ac:spMkLst>
            <pc:docMk/>
            <pc:sldMk cId="3262525480" sldId="444"/>
            <ac:spMk id="14" creationId="{F558A2D4-07AF-1850-AC39-D0983A8FC794}"/>
          </ac:spMkLst>
        </pc:spChg>
      </pc:sldChg>
      <pc:sldChg chg="modSp">
        <pc:chgData name="Maloth Karthikeya" userId="S::ee220002047@iiti.ac.in::86a58276-83c3-4039-8ba3-9628beaae997" providerId="AD" clId="Web-{2F9BEF04-7F0B-6D3C-B5ED-F73A1B08A22A}" dt="2025-11-20T14:37:31.529" v="8" actId="1076"/>
        <pc:sldMkLst>
          <pc:docMk/>
          <pc:sldMk cId="766458037" sldId="453"/>
        </pc:sldMkLst>
        <pc:spChg chg="mod">
          <ac:chgData name="Maloth Karthikeya" userId="S::ee220002047@iiti.ac.in::86a58276-83c3-4039-8ba3-9628beaae997" providerId="AD" clId="Web-{2F9BEF04-7F0B-6D3C-B5ED-F73A1B08A22A}" dt="2025-11-20T14:37:16.638" v="7" actId="1076"/>
          <ac:spMkLst>
            <pc:docMk/>
            <pc:sldMk cId="766458037" sldId="453"/>
            <ac:spMk id="3" creationId="{7C937A5B-CC0A-6B9B-AE73-CE339CF1C6D6}"/>
          </ac:spMkLst>
        </pc:spChg>
        <pc:spChg chg="mod">
          <ac:chgData name="Maloth Karthikeya" userId="S::ee220002047@iiti.ac.in::86a58276-83c3-4039-8ba3-9628beaae997" providerId="AD" clId="Web-{2F9BEF04-7F0B-6D3C-B5ED-F73A1B08A22A}" dt="2025-11-20T14:37:31.529" v="8" actId="1076"/>
          <ac:spMkLst>
            <pc:docMk/>
            <pc:sldMk cId="766458037" sldId="453"/>
            <ac:spMk id="30" creationId="{3A3C2D35-9645-4194-E597-3EAA839E2DAC}"/>
          </ac:spMkLst>
        </pc:spChg>
        <pc:picChg chg="mod">
          <ac:chgData name="Maloth Karthikeya" userId="S::ee220002047@iiti.ac.in::86a58276-83c3-4039-8ba3-9628beaae997" providerId="AD" clId="Web-{2F9BEF04-7F0B-6D3C-B5ED-F73A1B08A22A}" dt="2025-11-20T14:37:05.341" v="4" actId="1076"/>
          <ac:picMkLst>
            <pc:docMk/>
            <pc:sldMk cId="766458037" sldId="453"/>
            <ac:picMk id="20" creationId="{EE4A8154-B382-021D-A177-168B307DA665}"/>
          </ac:picMkLst>
        </pc:picChg>
        <pc:picChg chg="mod">
          <ac:chgData name="Maloth Karthikeya" userId="S::ee220002047@iiti.ac.in::86a58276-83c3-4039-8ba3-9628beaae997" providerId="AD" clId="Web-{2F9BEF04-7F0B-6D3C-B5ED-F73A1B08A22A}" dt="2025-11-20T14:37:09.044" v="5" actId="1076"/>
          <ac:picMkLst>
            <pc:docMk/>
            <pc:sldMk cId="766458037" sldId="453"/>
            <ac:picMk id="22" creationId="{3B3F174F-6C8C-1BA7-A8EA-88F5EC54B22E}"/>
          </ac:picMkLst>
        </pc:picChg>
      </pc:sldChg>
      <pc:sldChg chg="modSp">
        <pc:chgData name="Maloth Karthikeya" userId="S::ee220002047@iiti.ac.in::86a58276-83c3-4039-8ba3-9628beaae997" providerId="AD" clId="Web-{2F9BEF04-7F0B-6D3C-B5ED-F73A1B08A22A}" dt="2025-11-20T14:36:06.902" v="2" actId="20577"/>
        <pc:sldMkLst>
          <pc:docMk/>
          <pc:sldMk cId="769004718" sldId="463"/>
        </pc:sldMkLst>
        <pc:spChg chg="mod">
          <ac:chgData name="Maloth Karthikeya" userId="S::ee220002047@iiti.ac.in::86a58276-83c3-4039-8ba3-9628beaae997" providerId="AD" clId="Web-{2F9BEF04-7F0B-6D3C-B5ED-F73A1B08A22A}" dt="2025-11-20T14:36:06.902" v="2" actId="20577"/>
          <ac:spMkLst>
            <pc:docMk/>
            <pc:sldMk cId="769004718" sldId="463"/>
            <ac:spMk id="12" creationId="{2800A180-E392-484C-9B88-C0F7AF11F06F}"/>
          </ac:spMkLst>
        </pc:spChg>
      </pc:sldChg>
      <pc:sldChg chg="modSp">
        <pc:chgData name="Maloth Karthikeya" userId="S::ee220002047@iiti.ac.in::86a58276-83c3-4039-8ba3-9628beaae997" providerId="AD" clId="Web-{2F9BEF04-7F0B-6D3C-B5ED-F73A1B08A22A}" dt="2025-11-20T14:41:30.362" v="68" actId="20577"/>
        <pc:sldMkLst>
          <pc:docMk/>
          <pc:sldMk cId="1078837589" sldId="465"/>
        </pc:sldMkLst>
        <pc:spChg chg="mod">
          <ac:chgData name="Maloth Karthikeya" userId="S::ee220002047@iiti.ac.in::86a58276-83c3-4039-8ba3-9628beaae997" providerId="AD" clId="Web-{2F9BEF04-7F0B-6D3C-B5ED-F73A1B08A22A}" dt="2025-11-20T14:41:30.362" v="68" actId="20577"/>
          <ac:spMkLst>
            <pc:docMk/>
            <pc:sldMk cId="1078837589" sldId="465"/>
            <ac:spMk id="18" creationId="{68843908-243A-CE74-9CBC-AB90D98EE846}"/>
          </ac:spMkLst>
        </pc:spChg>
      </pc:sldChg>
      <pc:sldChg chg="modSp">
        <pc:chgData name="Maloth Karthikeya" userId="S::ee220002047@iiti.ac.in::86a58276-83c3-4039-8ba3-9628beaae997" providerId="AD" clId="Web-{2F9BEF04-7F0B-6D3C-B5ED-F73A1B08A22A}" dt="2025-11-20T14:38:54.937" v="24" actId="20577"/>
        <pc:sldMkLst>
          <pc:docMk/>
          <pc:sldMk cId="2947919174" sldId="466"/>
        </pc:sldMkLst>
        <pc:spChg chg="mod">
          <ac:chgData name="Maloth Karthikeya" userId="S::ee220002047@iiti.ac.in::86a58276-83c3-4039-8ba3-9628beaae997" providerId="AD" clId="Web-{2F9BEF04-7F0B-6D3C-B5ED-F73A1B08A22A}" dt="2025-11-20T14:38:54.937" v="24" actId="20577"/>
          <ac:spMkLst>
            <pc:docMk/>
            <pc:sldMk cId="2947919174" sldId="466"/>
            <ac:spMk id="4" creationId="{C1896342-F2ED-DBBC-4C59-24FE838DF9CA}"/>
          </ac:spMkLst>
        </pc:spChg>
      </pc:sldChg>
      <pc:sldChg chg="modSp">
        <pc:chgData name="Maloth Karthikeya" userId="S::ee220002047@iiti.ac.in::86a58276-83c3-4039-8ba3-9628beaae997" providerId="AD" clId="Web-{2F9BEF04-7F0B-6D3C-B5ED-F73A1B08A22A}" dt="2025-11-20T14:40:18.532" v="31" actId="20577"/>
        <pc:sldMkLst>
          <pc:docMk/>
          <pc:sldMk cId="617751936" sldId="469"/>
        </pc:sldMkLst>
        <pc:spChg chg="mod">
          <ac:chgData name="Maloth Karthikeya" userId="S::ee220002047@iiti.ac.in::86a58276-83c3-4039-8ba3-9628beaae997" providerId="AD" clId="Web-{2F9BEF04-7F0B-6D3C-B5ED-F73A1B08A22A}" dt="2025-11-20T14:40:18.532" v="31" actId="20577"/>
          <ac:spMkLst>
            <pc:docMk/>
            <pc:sldMk cId="617751936" sldId="469"/>
            <ac:spMk id="25" creationId="{0ED8A0D5-069E-BAA7-DB06-7B4DDDADF1A3}"/>
          </ac:spMkLst>
        </pc:spChg>
      </pc:sldChg>
    </pc:docChg>
  </pc:docChgLst>
  <pc:docChgLst>
    <pc:chgData name="Maloth Karthikeya" userId="86a58276-83c3-4039-8ba3-9628beaae997" providerId="ADAL" clId="{4203298A-11C3-42BF-9E24-3A33232D1292}"/>
    <pc:docChg chg="undo custSel addSld delSld modSld sldOrd">
      <pc:chgData name="Maloth Karthikeya" userId="86a58276-83c3-4039-8ba3-9628beaae997" providerId="ADAL" clId="{4203298A-11C3-42BF-9E24-3A33232D1292}" dt="2025-11-20T14:55:14.762" v="3278" actId="20577"/>
      <pc:docMkLst>
        <pc:docMk/>
      </pc:docMkLst>
      <pc:sldChg chg="addSp delSp modSp mod">
        <pc:chgData name="Maloth Karthikeya" userId="86a58276-83c3-4039-8ba3-9628beaae997" providerId="ADAL" clId="{4203298A-11C3-42BF-9E24-3A33232D1292}" dt="2025-11-20T14:18:16.144" v="3148" actId="20577"/>
        <pc:sldMkLst>
          <pc:docMk/>
          <pc:sldMk cId="109857222" sldId="256"/>
        </pc:sldMkLst>
        <pc:spChg chg="del mod">
          <ac:chgData name="Maloth Karthikeya" userId="86a58276-83c3-4039-8ba3-9628beaae997" providerId="ADAL" clId="{4203298A-11C3-42BF-9E24-3A33232D1292}" dt="2025-11-19T13:51:58.839" v="1277" actId="478"/>
          <ac:spMkLst>
            <pc:docMk/>
            <pc:sldMk cId="109857222" sldId="256"/>
            <ac:spMk id="2" creationId="{00000000-0000-0000-0000-000000000000}"/>
          </ac:spMkLst>
        </pc:spChg>
        <pc:spChg chg="mod">
          <ac:chgData name="Maloth Karthikeya" userId="86a58276-83c3-4039-8ba3-9628beaae997" providerId="ADAL" clId="{4203298A-11C3-42BF-9E24-3A33232D1292}" dt="2025-11-19T15:49:30.903" v="1565" actId="207"/>
          <ac:spMkLst>
            <pc:docMk/>
            <pc:sldMk cId="109857222" sldId="256"/>
            <ac:spMk id="7" creationId="{F3A6E530-3533-6F8B-8A85-BE8C372BF76A}"/>
          </ac:spMkLst>
        </pc:spChg>
        <pc:spChg chg="mod">
          <ac:chgData name="Maloth Karthikeya" userId="86a58276-83c3-4039-8ba3-9628beaae997" providerId="ADAL" clId="{4203298A-11C3-42BF-9E24-3A33232D1292}" dt="2025-11-19T15:47:32.899" v="1535" actId="1076"/>
          <ac:spMkLst>
            <pc:docMk/>
            <pc:sldMk cId="109857222" sldId="256"/>
            <ac:spMk id="9" creationId="{F0053EA0-BE86-C154-1006-120B30123CF0}"/>
          </ac:spMkLst>
        </pc:spChg>
        <pc:spChg chg="mod">
          <ac:chgData name="Maloth Karthikeya" userId="86a58276-83c3-4039-8ba3-9628beaae997" providerId="ADAL" clId="{4203298A-11C3-42BF-9E24-3A33232D1292}" dt="2025-11-20T14:18:16.144" v="3148" actId="20577"/>
          <ac:spMkLst>
            <pc:docMk/>
            <pc:sldMk cId="109857222" sldId="256"/>
            <ac:spMk id="10" creationId="{39E44ECA-37E7-D102-E41A-52B91C180EDA}"/>
          </ac:spMkLst>
        </pc:spChg>
        <pc:spChg chg="add mod">
          <ac:chgData name="Maloth Karthikeya" userId="86a58276-83c3-4039-8ba3-9628beaae997" providerId="ADAL" clId="{4203298A-11C3-42BF-9E24-3A33232D1292}" dt="2025-11-19T15:47:40.779" v="1536" actId="1076"/>
          <ac:spMkLst>
            <pc:docMk/>
            <pc:sldMk cId="109857222" sldId="256"/>
            <ac:spMk id="11" creationId="{E8596D15-8180-3F47-76B4-EA8C902A8050}"/>
          </ac:spMkLst>
        </pc:spChg>
        <pc:spChg chg="add mod">
          <ac:chgData name="Maloth Karthikeya" userId="86a58276-83c3-4039-8ba3-9628beaae997" providerId="ADAL" clId="{4203298A-11C3-42BF-9E24-3A33232D1292}" dt="2025-11-19T15:47:53.188" v="1537" actId="1076"/>
          <ac:spMkLst>
            <pc:docMk/>
            <pc:sldMk cId="109857222" sldId="256"/>
            <ac:spMk id="13" creationId="{5E84EA6B-7B16-3251-D18A-4CD74E863103}"/>
          </ac:spMkLst>
        </pc:spChg>
        <pc:spChg chg="add del mod">
          <ac:chgData name="Maloth Karthikeya" userId="86a58276-83c3-4039-8ba3-9628beaae997" providerId="ADAL" clId="{4203298A-11C3-42BF-9E24-3A33232D1292}" dt="2025-11-19T13:52:03.414" v="1278" actId="478"/>
          <ac:spMkLst>
            <pc:docMk/>
            <pc:sldMk cId="109857222" sldId="256"/>
            <ac:spMk id="15" creationId="{467E66E4-5560-3D70-A6E3-A35323E4ECCD}"/>
          </ac:spMkLst>
        </pc:spChg>
        <pc:spChg chg="add mod">
          <ac:chgData name="Maloth Karthikeya" userId="86a58276-83c3-4039-8ba3-9628beaae997" providerId="ADAL" clId="{4203298A-11C3-42BF-9E24-3A33232D1292}" dt="2025-11-19T15:48:57.416" v="1563" actId="20577"/>
          <ac:spMkLst>
            <pc:docMk/>
            <pc:sldMk cId="109857222" sldId="256"/>
            <ac:spMk id="16" creationId="{E2726AA5-FF85-09ED-E4E0-0531B9F2EC09}"/>
          </ac:spMkLst>
        </pc:spChg>
        <pc:picChg chg="mod">
          <ac:chgData name="Maloth Karthikeya" userId="86a58276-83c3-4039-8ba3-9628beaae997" providerId="ADAL" clId="{4203298A-11C3-42BF-9E24-3A33232D1292}" dt="2025-11-19T15:47:10.624" v="1532" actId="1076"/>
          <ac:picMkLst>
            <pc:docMk/>
            <pc:sldMk cId="109857222" sldId="256"/>
            <ac:picMk id="3" creationId="{2BED5F81-D6C0-6601-2F99-22984C5FF14F}"/>
          </ac:picMkLst>
        </pc:picChg>
        <pc:picChg chg="mod">
          <ac:chgData name="Maloth Karthikeya" userId="86a58276-83c3-4039-8ba3-9628beaae997" providerId="ADAL" clId="{4203298A-11C3-42BF-9E24-3A33232D1292}" dt="2025-11-19T15:47:00.652" v="1531" actId="1076"/>
          <ac:picMkLst>
            <pc:docMk/>
            <pc:sldMk cId="109857222" sldId="256"/>
            <ac:picMk id="6" creationId="{4AA9B830-0ACB-DE40-E304-AD152891E92A}"/>
          </ac:picMkLst>
        </pc:picChg>
        <pc:picChg chg="mod">
          <ac:chgData name="Maloth Karthikeya" userId="86a58276-83c3-4039-8ba3-9628beaae997" providerId="ADAL" clId="{4203298A-11C3-42BF-9E24-3A33232D1292}" dt="2025-11-19T15:46:36.512" v="1527" actId="1076"/>
          <ac:picMkLst>
            <pc:docMk/>
            <pc:sldMk cId="109857222" sldId="256"/>
            <ac:picMk id="55" creationId="{DD420A96-CBBB-3491-F353-A38E754BE731}"/>
          </ac:picMkLst>
        </pc:picChg>
      </pc:sldChg>
      <pc:sldChg chg="del ord">
        <pc:chgData name="Maloth Karthikeya" userId="86a58276-83c3-4039-8ba3-9628beaae997" providerId="ADAL" clId="{4203298A-11C3-42BF-9E24-3A33232D1292}" dt="2025-11-20T05:45:05.955" v="1917" actId="47"/>
        <pc:sldMkLst>
          <pc:docMk/>
          <pc:sldMk cId="1358154611" sldId="289"/>
        </pc:sldMkLst>
      </pc:sldChg>
      <pc:sldChg chg="modSp del mod modAnim">
        <pc:chgData name="Maloth Karthikeya" userId="86a58276-83c3-4039-8ba3-9628beaae997" providerId="ADAL" clId="{4203298A-11C3-42BF-9E24-3A33232D1292}" dt="2025-11-20T13:37:22.730" v="2357" actId="47"/>
        <pc:sldMkLst>
          <pc:docMk/>
          <pc:sldMk cId="3611322308" sldId="437"/>
        </pc:sldMkLst>
        <pc:spChg chg="mod">
          <ac:chgData name="Maloth Karthikeya" userId="86a58276-83c3-4039-8ba3-9628beaae997" providerId="ADAL" clId="{4203298A-11C3-42BF-9E24-3A33232D1292}" dt="2025-11-19T15:51:31.051" v="1583" actId="207"/>
          <ac:spMkLst>
            <pc:docMk/>
            <pc:sldMk cId="3611322308" sldId="437"/>
            <ac:spMk id="7" creationId="{25A7B897-4D60-E9F4-21FD-65F2A2E97C96}"/>
          </ac:spMkLst>
        </pc:spChg>
        <pc:spChg chg="mod">
          <ac:chgData name="Maloth Karthikeya" userId="86a58276-83c3-4039-8ba3-9628beaae997" providerId="ADAL" clId="{4203298A-11C3-42BF-9E24-3A33232D1292}" dt="2025-11-19T15:44:30.598" v="1511" actId="1076"/>
          <ac:spMkLst>
            <pc:docMk/>
            <pc:sldMk cId="3611322308" sldId="437"/>
            <ac:spMk id="8" creationId="{5BD314EF-71CC-19FF-7EB7-A95A7214FF94}"/>
          </ac:spMkLst>
        </pc:spChg>
        <pc:spChg chg="mod">
          <ac:chgData name="Maloth Karthikeya" userId="86a58276-83c3-4039-8ba3-9628beaae997" providerId="ADAL" clId="{4203298A-11C3-42BF-9E24-3A33232D1292}" dt="2025-11-19T15:44:33.476" v="1512" actId="1076"/>
          <ac:spMkLst>
            <pc:docMk/>
            <pc:sldMk cId="3611322308" sldId="437"/>
            <ac:spMk id="10" creationId="{C1067839-D2B0-CD6F-5BE7-73D9131923AE}"/>
          </ac:spMkLst>
        </pc:spChg>
        <pc:spChg chg="mod">
          <ac:chgData name="Maloth Karthikeya" userId="86a58276-83c3-4039-8ba3-9628beaae997" providerId="ADAL" clId="{4203298A-11C3-42BF-9E24-3A33232D1292}" dt="2025-11-20T13:35:09.497" v="2308" actId="20577"/>
          <ac:spMkLst>
            <pc:docMk/>
            <pc:sldMk cId="3611322308" sldId="437"/>
            <ac:spMk id="38" creationId="{A5EBA7AE-D2DE-2F75-FC59-6547705F29F7}"/>
          </ac:spMkLst>
        </pc:spChg>
        <pc:picChg chg="mod">
          <ac:chgData name="Maloth Karthikeya" userId="86a58276-83c3-4039-8ba3-9628beaae997" providerId="ADAL" clId="{4203298A-11C3-42BF-9E24-3A33232D1292}" dt="2025-11-20T13:35:13.554" v="2309" actId="1076"/>
          <ac:picMkLst>
            <pc:docMk/>
            <pc:sldMk cId="3611322308" sldId="437"/>
            <ac:picMk id="4" creationId="{BC03F7E3-DBD1-E214-E34C-F5D7055CAECF}"/>
          </ac:picMkLst>
        </pc:picChg>
        <pc:picChg chg="mod">
          <ac:chgData name="Maloth Karthikeya" userId="86a58276-83c3-4039-8ba3-9628beaae997" providerId="ADAL" clId="{4203298A-11C3-42BF-9E24-3A33232D1292}" dt="2025-11-19T15:44:35.456" v="1513" actId="1076"/>
          <ac:picMkLst>
            <pc:docMk/>
            <pc:sldMk cId="3611322308" sldId="437"/>
            <ac:picMk id="6" creationId="{2203F7F7-A9B4-86CB-B671-DA8BFDC7BAE6}"/>
          </ac:picMkLst>
        </pc:picChg>
      </pc:sldChg>
      <pc:sldChg chg="addSp delSp modSp mod modAnim">
        <pc:chgData name="Maloth Karthikeya" userId="86a58276-83c3-4039-8ba3-9628beaae997" providerId="ADAL" clId="{4203298A-11C3-42BF-9E24-3A33232D1292}" dt="2025-11-20T14:49:26.196" v="3275" actId="1076"/>
        <pc:sldMkLst>
          <pc:docMk/>
          <pc:sldMk cId="4117450042" sldId="439"/>
        </pc:sldMkLst>
        <pc:spChg chg="mod">
          <ac:chgData name="Maloth Karthikeya" userId="86a58276-83c3-4039-8ba3-9628beaae997" providerId="ADAL" clId="{4203298A-11C3-42BF-9E24-3A33232D1292}" dt="2025-11-20T14:49:26.196" v="3275" actId="1076"/>
          <ac:spMkLst>
            <pc:docMk/>
            <pc:sldMk cId="4117450042" sldId="439"/>
            <ac:spMk id="2" creationId="{67B91C9F-EC3B-5C18-15A4-F4B652AE16B1}"/>
          </ac:spMkLst>
        </pc:spChg>
        <pc:spChg chg="mod">
          <ac:chgData name="Maloth Karthikeya" userId="86a58276-83c3-4039-8ba3-9628beaae997" providerId="ADAL" clId="{4203298A-11C3-42BF-9E24-3A33232D1292}" dt="2025-11-20T04:40:53.910" v="1914" actId="20577"/>
          <ac:spMkLst>
            <pc:docMk/>
            <pc:sldMk cId="4117450042" sldId="439"/>
            <ac:spMk id="3" creationId="{E3F1EC50-A119-BDE4-C2F5-6E01BF3A9AB6}"/>
          </ac:spMkLst>
        </pc:spChg>
        <pc:spChg chg="add mod">
          <ac:chgData name="Maloth Karthikeya" userId="86a58276-83c3-4039-8ba3-9628beaae997" providerId="ADAL" clId="{4203298A-11C3-42BF-9E24-3A33232D1292}" dt="2025-11-20T13:41:51.610" v="2514" actId="20577"/>
          <ac:spMkLst>
            <pc:docMk/>
            <pc:sldMk cId="4117450042" sldId="439"/>
            <ac:spMk id="4" creationId="{3CB05603-0A29-FEA6-1AFF-A73F24DC229E}"/>
          </ac:spMkLst>
        </pc:spChg>
        <pc:spChg chg="del mod">
          <ac:chgData name="Maloth Karthikeya" userId="86a58276-83c3-4039-8ba3-9628beaae997" providerId="ADAL" clId="{4203298A-11C3-42BF-9E24-3A33232D1292}" dt="2025-11-20T14:18:35.578" v="3153" actId="478"/>
          <ac:spMkLst>
            <pc:docMk/>
            <pc:sldMk cId="4117450042" sldId="439"/>
            <ac:spMk id="5" creationId="{F38559E0-ADC2-8C80-2EA9-A0C258A6AE3F}"/>
          </ac:spMkLst>
        </pc:spChg>
        <pc:spChg chg="add mod">
          <ac:chgData name="Maloth Karthikeya" userId="86a58276-83c3-4039-8ba3-9628beaae997" providerId="ADAL" clId="{4203298A-11C3-42BF-9E24-3A33232D1292}" dt="2025-11-20T14:21:27.377" v="3226" actId="20577"/>
          <ac:spMkLst>
            <pc:docMk/>
            <pc:sldMk cId="4117450042" sldId="439"/>
            <ac:spMk id="6" creationId="{D0383341-DFA2-86F4-3E91-878589ABD4E8}"/>
          </ac:spMkLst>
        </pc:spChg>
        <pc:grpChg chg="mod">
          <ac:chgData name="Maloth Karthikeya" userId="86a58276-83c3-4039-8ba3-9628beaae997" providerId="ADAL" clId="{4203298A-11C3-42BF-9E24-3A33232D1292}" dt="2025-11-20T04:41:04.973" v="1915" actId="1076"/>
          <ac:grpSpMkLst>
            <pc:docMk/>
            <pc:sldMk cId="4117450042" sldId="439"/>
            <ac:grpSpMk id="14" creationId="{EC99F2A8-F66C-B4E8-63B7-50A8C4B95653}"/>
          </ac:grpSpMkLst>
        </pc:grpChg>
      </pc:sldChg>
      <pc:sldChg chg="addSp delSp modSp mod">
        <pc:chgData name="Maloth Karthikeya" userId="86a58276-83c3-4039-8ba3-9628beaae997" providerId="ADAL" clId="{4203298A-11C3-42BF-9E24-3A33232D1292}" dt="2025-11-20T14:24:26.039" v="3274" actId="20577"/>
        <pc:sldMkLst>
          <pc:docMk/>
          <pc:sldMk cId="1887193089" sldId="440"/>
        </pc:sldMkLst>
        <pc:spChg chg="mod">
          <ac:chgData name="Maloth Karthikeya" userId="86a58276-83c3-4039-8ba3-9628beaae997" providerId="ADAL" clId="{4203298A-11C3-42BF-9E24-3A33232D1292}" dt="2025-11-20T14:24:26.039" v="3274" actId="20577"/>
          <ac:spMkLst>
            <pc:docMk/>
            <pc:sldMk cId="1887193089" sldId="440"/>
            <ac:spMk id="3" creationId="{07BAF262-5EB0-2966-2D83-2DB1D4DDF228}"/>
          </ac:spMkLst>
        </pc:spChg>
        <pc:spChg chg="add mod">
          <ac:chgData name="Maloth Karthikeya" userId="86a58276-83c3-4039-8ba3-9628beaae997" providerId="ADAL" clId="{4203298A-11C3-42BF-9E24-3A33232D1292}" dt="2025-11-20T14:22:30.590" v="3256" actId="20577"/>
          <ac:spMkLst>
            <pc:docMk/>
            <pc:sldMk cId="1887193089" sldId="440"/>
            <ac:spMk id="4" creationId="{B2DE0AF9-B6E4-446C-660E-391ADA875F21}"/>
          </ac:spMkLst>
        </pc:spChg>
        <pc:spChg chg="del mod">
          <ac:chgData name="Maloth Karthikeya" userId="86a58276-83c3-4039-8ba3-9628beaae997" providerId="ADAL" clId="{4203298A-11C3-42BF-9E24-3A33232D1292}" dt="2025-11-20T14:18:40.040" v="3155" actId="478"/>
          <ac:spMkLst>
            <pc:docMk/>
            <pc:sldMk cId="1887193089" sldId="440"/>
            <ac:spMk id="5" creationId="{A4B865D3-A1B7-522B-0820-1A119A04D868}"/>
          </ac:spMkLst>
        </pc:spChg>
        <pc:spChg chg="mod">
          <ac:chgData name="Maloth Karthikeya" userId="86a58276-83c3-4039-8ba3-9628beaae997" providerId="ADAL" clId="{4203298A-11C3-42BF-9E24-3A33232D1292}" dt="2025-11-20T14:01:59.685" v="2646" actId="1076"/>
          <ac:spMkLst>
            <pc:docMk/>
            <pc:sldMk cId="1887193089" sldId="440"/>
            <ac:spMk id="6" creationId="{810F7FD4-BC8F-5A14-1F90-BBAB60275D59}"/>
          </ac:spMkLst>
        </pc:spChg>
        <pc:spChg chg="mod">
          <ac:chgData name="Maloth Karthikeya" userId="86a58276-83c3-4039-8ba3-9628beaae997" providerId="ADAL" clId="{4203298A-11C3-42BF-9E24-3A33232D1292}" dt="2025-11-20T13:42:32.882" v="2531" actId="14100"/>
          <ac:spMkLst>
            <pc:docMk/>
            <pc:sldMk cId="1887193089" sldId="440"/>
            <ac:spMk id="8" creationId="{FA907D70-B719-1FBA-EAAB-21E2C221DA2D}"/>
          </ac:spMkLst>
        </pc:spChg>
        <pc:spChg chg="mod">
          <ac:chgData name="Maloth Karthikeya" userId="86a58276-83c3-4039-8ba3-9628beaae997" providerId="ADAL" clId="{4203298A-11C3-42BF-9E24-3A33232D1292}" dt="2025-11-20T13:42:36.139" v="2533" actId="20577"/>
          <ac:spMkLst>
            <pc:docMk/>
            <pc:sldMk cId="1887193089" sldId="440"/>
            <ac:spMk id="12" creationId="{A3B61715-C07F-A028-4604-895CD1EFF338}"/>
          </ac:spMkLst>
        </pc:spChg>
      </pc:sldChg>
      <pc:sldChg chg="addSp delSp modSp mod">
        <pc:chgData name="Maloth Karthikeya" userId="86a58276-83c3-4039-8ba3-9628beaae997" providerId="ADAL" clId="{4203298A-11C3-42BF-9E24-3A33232D1292}" dt="2025-11-20T14:21:41.210" v="3235" actId="20577"/>
        <pc:sldMkLst>
          <pc:docMk/>
          <pc:sldMk cId="3262525480" sldId="444"/>
        </pc:sldMkLst>
        <pc:spChg chg="mod">
          <ac:chgData name="Maloth Karthikeya" userId="86a58276-83c3-4039-8ba3-9628beaae997" providerId="ADAL" clId="{4203298A-11C3-42BF-9E24-3A33232D1292}" dt="2025-11-20T13:42:50.687" v="2541" actId="20577"/>
          <ac:spMkLst>
            <pc:docMk/>
            <pc:sldMk cId="3262525480" sldId="444"/>
            <ac:spMk id="2" creationId="{3E436BF8-2310-7AFE-5779-8E3D4D4C2B53}"/>
          </ac:spMkLst>
        </pc:spChg>
        <pc:spChg chg="del mod">
          <ac:chgData name="Maloth Karthikeya" userId="86a58276-83c3-4039-8ba3-9628beaae997" providerId="ADAL" clId="{4203298A-11C3-42BF-9E24-3A33232D1292}" dt="2025-11-20T14:18:43.986" v="3157" actId="478"/>
          <ac:spMkLst>
            <pc:docMk/>
            <pc:sldMk cId="3262525480" sldId="444"/>
            <ac:spMk id="3" creationId="{FA982772-3F51-0DBC-CD9A-B1B715E99794}"/>
          </ac:spMkLst>
        </pc:spChg>
        <pc:spChg chg="add mod">
          <ac:chgData name="Maloth Karthikeya" userId="86a58276-83c3-4039-8ba3-9628beaae997" providerId="ADAL" clId="{4203298A-11C3-42BF-9E24-3A33232D1292}" dt="2025-11-20T14:21:41.210" v="3235" actId="20577"/>
          <ac:spMkLst>
            <pc:docMk/>
            <pc:sldMk cId="3262525480" sldId="444"/>
            <ac:spMk id="4" creationId="{BD61E0C3-D80E-57F2-93AC-9028CA3EA35F}"/>
          </ac:spMkLst>
        </pc:spChg>
        <pc:spChg chg="mod">
          <ac:chgData name="Maloth Karthikeya" userId="86a58276-83c3-4039-8ba3-9628beaae997" providerId="ADAL" clId="{4203298A-11C3-42BF-9E24-3A33232D1292}" dt="2025-11-19T15:51:47.844" v="1584" actId="207"/>
          <ac:spMkLst>
            <pc:docMk/>
            <pc:sldMk cId="3262525480" sldId="444"/>
            <ac:spMk id="14" creationId="{F558A2D4-07AF-1850-AC39-D0983A8FC794}"/>
          </ac:spMkLst>
        </pc:spChg>
      </pc:sldChg>
      <pc:sldChg chg="addSp delSp modSp mod modAnim">
        <pc:chgData name="Maloth Karthikeya" userId="86a58276-83c3-4039-8ba3-9628beaae997" providerId="ADAL" clId="{4203298A-11C3-42BF-9E24-3A33232D1292}" dt="2025-11-20T14:21:54.708" v="3243" actId="20577"/>
        <pc:sldMkLst>
          <pc:docMk/>
          <pc:sldMk cId="1436494457" sldId="445"/>
        </pc:sldMkLst>
        <pc:spChg chg="add mod">
          <ac:chgData name="Maloth Karthikeya" userId="86a58276-83c3-4039-8ba3-9628beaae997" providerId="ADAL" clId="{4203298A-11C3-42BF-9E24-3A33232D1292}" dt="2025-11-20T14:21:54.708" v="3243" actId="20577"/>
          <ac:spMkLst>
            <pc:docMk/>
            <pc:sldMk cId="1436494457" sldId="445"/>
            <ac:spMk id="2" creationId="{C8C39E64-0E58-5C10-E778-87418FBA1D4E}"/>
          </ac:spMkLst>
        </pc:spChg>
        <pc:spChg chg="del">
          <ac:chgData name="Maloth Karthikeya" userId="86a58276-83c3-4039-8ba3-9628beaae997" providerId="ADAL" clId="{4203298A-11C3-42BF-9E24-3A33232D1292}" dt="2025-11-20T14:18:49.649" v="3160" actId="478"/>
          <ac:spMkLst>
            <pc:docMk/>
            <pc:sldMk cId="1436494457" sldId="445"/>
            <ac:spMk id="3" creationId="{9262DD41-1B38-0609-463A-BF8845A171F7}"/>
          </ac:spMkLst>
        </pc:spChg>
        <pc:spChg chg="mod">
          <ac:chgData name="Maloth Karthikeya" userId="86a58276-83c3-4039-8ba3-9628beaae997" providerId="ADAL" clId="{4203298A-11C3-42BF-9E24-3A33232D1292}" dt="2025-11-20T13:43:06.547" v="2552" actId="20577"/>
          <ac:spMkLst>
            <pc:docMk/>
            <pc:sldMk cId="1436494457" sldId="445"/>
            <ac:spMk id="6" creationId="{374FC7B4-E739-9D29-16C0-A053C6A0D118}"/>
          </ac:spMkLst>
        </pc:spChg>
        <pc:spChg chg="mod">
          <ac:chgData name="Maloth Karthikeya" userId="86a58276-83c3-4039-8ba3-9628beaae997" providerId="ADAL" clId="{4203298A-11C3-42BF-9E24-3A33232D1292}" dt="2025-11-20T13:43:04.065" v="2549" actId="20577"/>
          <ac:spMkLst>
            <pc:docMk/>
            <pc:sldMk cId="1436494457" sldId="445"/>
            <ac:spMk id="9" creationId="{0CE16429-D912-CB08-78B7-BE5480D886D4}"/>
          </ac:spMkLst>
        </pc:spChg>
      </pc:sldChg>
      <pc:sldChg chg="addSp delSp modSp mod">
        <pc:chgData name="Maloth Karthikeya" userId="86a58276-83c3-4039-8ba3-9628beaae997" providerId="ADAL" clId="{4203298A-11C3-42BF-9E24-3A33232D1292}" dt="2025-11-20T14:23:48.538" v="3267" actId="20577"/>
        <pc:sldMkLst>
          <pc:docMk/>
          <pc:sldMk cId="1825565053" sldId="450"/>
        </pc:sldMkLst>
        <pc:spChg chg="del">
          <ac:chgData name="Maloth Karthikeya" userId="86a58276-83c3-4039-8ba3-9628beaae997" providerId="ADAL" clId="{4203298A-11C3-42BF-9E24-3A33232D1292}" dt="2025-11-20T14:18:48.226" v="3159" actId="478"/>
          <ac:spMkLst>
            <pc:docMk/>
            <pc:sldMk cId="1825565053" sldId="450"/>
            <ac:spMk id="2" creationId="{539EF149-40F7-2A88-E87C-DA3BECC976DE}"/>
          </ac:spMkLst>
        </pc:spChg>
        <pc:spChg chg="add mod">
          <ac:chgData name="Maloth Karthikeya" userId="86a58276-83c3-4039-8ba3-9628beaae997" providerId="ADAL" clId="{4203298A-11C3-42BF-9E24-3A33232D1292}" dt="2025-11-20T14:21:51.326" v="3241" actId="20577"/>
          <ac:spMkLst>
            <pc:docMk/>
            <pc:sldMk cId="1825565053" sldId="450"/>
            <ac:spMk id="4" creationId="{8703A82F-2A41-AC14-4150-A3BF88C0EA57}"/>
          </ac:spMkLst>
        </pc:spChg>
        <pc:spChg chg="mod">
          <ac:chgData name="Maloth Karthikeya" userId="86a58276-83c3-4039-8ba3-9628beaae997" providerId="ADAL" clId="{4203298A-11C3-42BF-9E24-3A33232D1292}" dt="2025-11-20T14:23:48.538" v="3267" actId="20577"/>
          <ac:spMkLst>
            <pc:docMk/>
            <pc:sldMk cId="1825565053" sldId="450"/>
            <ac:spMk id="5" creationId="{0F7F204B-5B22-D96D-F851-3ACA397DAD5F}"/>
          </ac:spMkLst>
        </pc:spChg>
        <pc:spChg chg="mod">
          <ac:chgData name="Maloth Karthikeya" userId="86a58276-83c3-4039-8ba3-9628beaae997" providerId="ADAL" clId="{4203298A-11C3-42BF-9E24-3A33232D1292}" dt="2025-11-20T14:23:35.214" v="3264" actId="1076"/>
          <ac:spMkLst>
            <pc:docMk/>
            <pc:sldMk cId="1825565053" sldId="450"/>
            <ac:spMk id="8" creationId="{4BA21719-FFB3-8635-ECB9-9955E4DBECC2}"/>
          </ac:spMkLst>
        </pc:spChg>
        <pc:spChg chg="mod">
          <ac:chgData name="Maloth Karthikeya" userId="86a58276-83c3-4039-8ba3-9628beaae997" providerId="ADAL" clId="{4203298A-11C3-42BF-9E24-3A33232D1292}" dt="2025-11-20T14:23:33.148" v="3263" actId="1076"/>
          <ac:spMkLst>
            <pc:docMk/>
            <pc:sldMk cId="1825565053" sldId="450"/>
            <ac:spMk id="10" creationId="{A52368E3-588D-25E3-6EAB-DDA9075E9244}"/>
          </ac:spMkLst>
        </pc:spChg>
        <pc:picChg chg="mod">
          <ac:chgData name="Maloth Karthikeya" userId="86a58276-83c3-4039-8ba3-9628beaae997" providerId="ADAL" clId="{4203298A-11C3-42BF-9E24-3A33232D1292}" dt="2025-11-20T14:23:31.237" v="3262" actId="1076"/>
          <ac:picMkLst>
            <pc:docMk/>
            <pc:sldMk cId="1825565053" sldId="450"/>
            <ac:picMk id="3" creationId="{3028388E-7D86-A6C8-12A9-DC2EE17C2A68}"/>
          </ac:picMkLst>
        </pc:picChg>
      </pc:sldChg>
      <pc:sldChg chg="addSp delSp modSp mod modAnim">
        <pc:chgData name="Maloth Karthikeya" userId="86a58276-83c3-4039-8ba3-9628beaae997" providerId="ADAL" clId="{4203298A-11C3-42BF-9E24-3A33232D1292}" dt="2025-11-20T14:23:59.999" v="3272" actId="20577"/>
        <pc:sldMkLst>
          <pc:docMk/>
          <pc:sldMk cId="3584079537" sldId="452"/>
        </pc:sldMkLst>
        <pc:spChg chg="del">
          <ac:chgData name="Maloth Karthikeya" userId="86a58276-83c3-4039-8ba3-9628beaae997" providerId="ADAL" clId="{4203298A-11C3-42BF-9E24-3A33232D1292}" dt="2025-11-20T14:18:52.217" v="3161" actId="478"/>
          <ac:spMkLst>
            <pc:docMk/>
            <pc:sldMk cId="3584079537" sldId="452"/>
            <ac:spMk id="2" creationId="{EADD04A0-D8DE-4F79-6E53-B4791F98199D}"/>
          </ac:spMkLst>
        </pc:spChg>
        <pc:spChg chg="add mod">
          <ac:chgData name="Maloth Karthikeya" userId="86a58276-83c3-4039-8ba3-9628beaae997" providerId="ADAL" clId="{4203298A-11C3-42BF-9E24-3A33232D1292}" dt="2025-11-20T04:43:04.049" v="1916" actId="207"/>
          <ac:spMkLst>
            <pc:docMk/>
            <pc:sldMk cId="3584079537" sldId="452"/>
            <ac:spMk id="3" creationId="{6694A1C0-B8E0-D532-311D-D8B97587B757}"/>
          </ac:spMkLst>
        </pc:spChg>
        <pc:spChg chg="mod">
          <ac:chgData name="Maloth Karthikeya" userId="86a58276-83c3-4039-8ba3-9628beaae997" providerId="ADAL" clId="{4203298A-11C3-42BF-9E24-3A33232D1292}" dt="2025-11-20T14:23:59.999" v="3272" actId="20577"/>
          <ac:spMkLst>
            <pc:docMk/>
            <pc:sldMk cId="3584079537" sldId="452"/>
            <ac:spMk id="5" creationId="{0035F63A-F205-00A0-DD3E-5D45EF04C9C9}"/>
          </ac:spMkLst>
        </pc:spChg>
        <pc:spChg chg="add mod">
          <ac:chgData name="Maloth Karthikeya" userId="86a58276-83c3-4039-8ba3-9628beaae997" providerId="ADAL" clId="{4203298A-11C3-42BF-9E24-3A33232D1292}" dt="2025-11-20T14:21:59.068" v="3245" actId="20577"/>
          <ac:spMkLst>
            <pc:docMk/>
            <pc:sldMk cId="3584079537" sldId="452"/>
            <ac:spMk id="6" creationId="{80C80281-2CD7-46EA-9789-06E039F29C0C}"/>
          </ac:spMkLst>
        </pc:spChg>
        <pc:spChg chg="mod">
          <ac:chgData name="Maloth Karthikeya" userId="86a58276-83c3-4039-8ba3-9628beaae997" providerId="ADAL" clId="{4203298A-11C3-42BF-9E24-3A33232D1292}" dt="2025-11-20T13:43:10.236" v="2555" actId="20577"/>
          <ac:spMkLst>
            <pc:docMk/>
            <pc:sldMk cId="3584079537" sldId="452"/>
            <ac:spMk id="7" creationId="{3F8185C1-2E6C-BE4D-8B3F-174D9375C2B8}"/>
          </ac:spMkLst>
        </pc:spChg>
        <pc:spChg chg="mod">
          <ac:chgData name="Maloth Karthikeya" userId="86a58276-83c3-4039-8ba3-9628beaae997" providerId="ADAL" clId="{4203298A-11C3-42BF-9E24-3A33232D1292}" dt="2025-11-20T13:43:12.462" v="2557" actId="20577"/>
          <ac:spMkLst>
            <pc:docMk/>
            <pc:sldMk cId="3584079537" sldId="452"/>
            <ac:spMk id="10" creationId="{F0A469C1-E672-D262-021C-CA7E4D267925}"/>
          </ac:spMkLst>
        </pc:spChg>
        <pc:picChg chg="mod">
          <ac:chgData name="Maloth Karthikeya" userId="86a58276-83c3-4039-8ba3-9628beaae997" providerId="ADAL" clId="{4203298A-11C3-42BF-9E24-3A33232D1292}" dt="2025-11-19T15:53:59.161" v="1605" actId="1076"/>
          <ac:picMkLst>
            <pc:docMk/>
            <pc:sldMk cId="3584079537" sldId="452"/>
            <ac:picMk id="4" creationId="{F6296B6E-8AED-E1C1-0C48-25BCEF31CCBF}"/>
          </ac:picMkLst>
        </pc:picChg>
        <pc:picChg chg="mod">
          <ac:chgData name="Maloth Karthikeya" userId="86a58276-83c3-4039-8ba3-9628beaae997" providerId="ADAL" clId="{4203298A-11C3-42BF-9E24-3A33232D1292}" dt="2025-11-19T15:53:48.081" v="1601" actId="1076"/>
          <ac:picMkLst>
            <pc:docMk/>
            <pc:sldMk cId="3584079537" sldId="452"/>
            <ac:picMk id="9" creationId="{4548066F-8FA0-9811-21C0-690C7A0C729C}"/>
          </ac:picMkLst>
        </pc:picChg>
      </pc:sldChg>
      <pc:sldChg chg="addSp delSp modSp mod modAnim">
        <pc:chgData name="Maloth Karthikeya" userId="86a58276-83c3-4039-8ba3-9628beaae997" providerId="ADAL" clId="{4203298A-11C3-42BF-9E24-3A33232D1292}" dt="2025-11-20T14:22:02.881" v="3247" actId="20577"/>
        <pc:sldMkLst>
          <pc:docMk/>
          <pc:sldMk cId="766458037" sldId="453"/>
        </pc:sldMkLst>
        <pc:spChg chg="del">
          <ac:chgData name="Maloth Karthikeya" userId="86a58276-83c3-4039-8ba3-9628beaae997" providerId="ADAL" clId="{4203298A-11C3-42BF-9E24-3A33232D1292}" dt="2025-11-20T14:18:54.267" v="3162" actId="478"/>
          <ac:spMkLst>
            <pc:docMk/>
            <pc:sldMk cId="766458037" sldId="453"/>
            <ac:spMk id="2" creationId="{3FEF7941-0DC3-FC6C-9218-A5303F86A916}"/>
          </ac:spMkLst>
        </pc:spChg>
        <pc:spChg chg="mod">
          <ac:chgData name="Maloth Karthikeya" userId="86a58276-83c3-4039-8ba3-9628beaae997" providerId="ADAL" clId="{4203298A-11C3-42BF-9E24-3A33232D1292}" dt="2025-11-20T13:43:23.396" v="2563" actId="20577"/>
          <ac:spMkLst>
            <pc:docMk/>
            <pc:sldMk cId="766458037" sldId="453"/>
            <ac:spMk id="3" creationId="{7C937A5B-CC0A-6B9B-AE73-CE339CF1C6D6}"/>
          </ac:spMkLst>
        </pc:spChg>
        <pc:spChg chg="mod">
          <ac:chgData name="Maloth Karthikeya" userId="86a58276-83c3-4039-8ba3-9628beaae997" providerId="ADAL" clId="{4203298A-11C3-42BF-9E24-3A33232D1292}" dt="2025-11-20T13:43:26.057" v="2565" actId="20577"/>
          <ac:spMkLst>
            <pc:docMk/>
            <pc:sldMk cId="766458037" sldId="453"/>
            <ac:spMk id="4" creationId="{73A3D412-11C8-C699-257B-281E047898AC}"/>
          </ac:spMkLst>
        </pc:spChg>
        <pc:spChg chg="add mod">
          <ac:chgData name="Maloth Karthikeya" userId="86a58276-83c3-4039-8ba3-9628beaae997" providerId="ADAL" clId="{4203298A-11C3-42BF-9E24-3A33232D1292}" dt="2025-11-20T14:22:02.881" v="3247" actId="20577"/>
          <ac:spMkLst>
            <pc:docMk/>
            <pc:sldMk cId="766458037" sldId="453"/>
            <ac:spMk id="5" creationId="{C3A8F2CD-2605-42B4-A934-8DEBB6935B54}"/>
          </ac:spMkLst>
        </pc:spChg>
        <pc:spChg chg="add mod">
          <ac:chgData name="Maloth Karthikeya" userId="86a58276-83c3-4039-8ba3-9628beaae997" providerId="ADAL" clId="{4203298A-11C3-42BF-9E24-3A33232D1292}" dt="2025-11-20T12:18:50.837" v="1976" actId="1076"/>
          <ac:spMkLst>
            <pc:docMk/>
            <pc:sldMk cId="766458037" sldId="453"/>
            <ac:spMk id="6" creationId="{F2D02CF9-BA5C-BFDD-1B7A-BC50F2C692FA}"/>
          </ac:spMkLst>
        </pc:spChg>
        <pc:spChg chg="mod">
          <ac:chgData name="Maloth Karthikeya" userId="86a58276-83c3-4039-8ba3-9628beaae997" providerId="ADAL" clId="{4203298A-11C3-42BF-9E24-3A33232D1292}" dt="2025-11-20T13:47:13.675" v="2606" actId="20577"/>
          <ac:spMkLst>
            <pc:docMk/>
            <pc:sldMk cId="766458037" sldId="453"/>
            <ac:spMk id="7" creationId="{F024CF36-99C2-1E7F-1692-52EF1181A3BE}"/>
          </ac:spMkLst>
        </pc:spChg>
        <pc:spChg chg="mod">
          <ac:chgData name="Maloth Karthikeya" userId="86a58276-83c3-4039-8ba3-9628beaae997" providerId="ADAL" clId="{4203298A-11C3-42BF-9E24-3A33232D1292}" dt="2025-11-20T13:43:15.958" v="2559" actId="20577"/>
          <ac:spMkLst>
            <pc:docMk/>
            <pc:sldMk cId="766458037" sldId="453"/>
            <ac:spMk id="27" creationId="{2453F326-12EC-4A8B-14F9-169CC6A7364B}"/>
          </ac:spMkLst>
        </pc:spChg>
        <pc:spChg chg="mod">
          <ac:chgData name="Maloth Karthikeya" userId="86a58276-83c3-4039-8ba3-9628beaae997" providerId="ADAL" clId="{4203298A-11C3-42BF-9E24-3A33232D1292}" dt="2025-11-20T13:43:18.267" v="2561" actId="20577"/>
          <ac:spMkLst>
            <pc:docMk/>
            <pc:sldMk cId="766458037" sldId="453"/>
            <ac:spMk id="30" creationId="{3A3C2D35-9645-4194-E597-3EAA839E2DAC}"/>
          </ac:spMkLst>
        </pc:spChg>
        <pc:picChg chg="mod">
          <ac:chgData name="Maloth Karthikeya" userId="86a58276-83c3-4039-8ba3-9628beaae997" providerId="ADAL" clId="{4203298A-11C3-42BF-9E24-3A33232D1292}" dt="2025-11-20T12:18:15.468" v="1970" actId="1076"/>
          <ac:picMkLst>
            <pc:docMk/>
            <pc:sldMk cId="766458037" sldId="453"/>
            <ac:picMk id="15" creationId="{235AAFB6-00BE-6741-986A-6BF607D01297}"/>
          </ac:picMkLst>
        </pc:picChg>
        <pc:picChg chg="mod">
          <ac:chgData name="Maloth Karthikeya" userId="86a58276-83c3-4039-8ba3-9628beaae997" providerId="ADAL" clId="{4203298A-11C3-42BF-9E24-3A33232D1292}" dt="2025-11-20T12:18:20.886" v="1972" actId="1076"/>
          <ac:picMkLst>
            <pc:docMk/>
            <pc:sldMk cId="766458037" sldId="453"/>
            <ac:picMk id="20" creationId="{EE4A8154-B382-021D-A177-168B307DA665}"/>
          </ac:picMkLst>
        </pc:picChg>
        <pc:picChg chg="mod">
          <ac:chgData name="Maloth Karthikeya" userId="86a58276-83c3-4039-8ba3-9628beaae997" providerId="ADAL" clId="{4203298A-11C3-42BF-9E24-3A33232D1292}" dt="2025-11-20T12:18:27.135" v="1974" actId="1076"/>
          <ac:picMkLst>
            <pc:docMk/>
            <pc:sldMk cId="766458037" sldId="453"/>
            <ac:picMk id="22" creationId="{3B3F174F-6C8C-1BA7-A8EA-88F5EC54B22E}"/>
          </ac:picMkLst>
        </pc:picChg>
        <pc:picChg chg="mod">
          <ac:chgData name="Maloth Karthikeya" userId="86a58276-83c3-4039-8ba3-9628beaae997" providerId="ADAL" clId="{4203298A-11C3-42BF-9E24-3A33232D1292}" dt="2025-11-20T12:17:24.547" v="1955" actId="1076"/>
          <ac:picMkLst>
            <pc:docMk/>
            <pc:sldMk cId="766458037" sldId="453"/>
            <ac:picMk id="25" creationId="{42A0BA93-D97C-7B5E-EA67-24221354FE51}"/>
          </ac:picMkLst>
        </pc:picChg>
      </pc:sldChg>
      <pc:sldChg chg="addSp delSp modSp mod">
        <pc:chgData name="Maloth Karthikeya" userId="86a58276-83c3-4039-8ba3-9628beaae997" providerId="ADAL" clId="{4203298A-11C3-42BF-9E24-3A33232D1292}" dt="2025-11-20T14:22:07.579" v="3249" actId="20577"/>
        <pc:sldMkLst>
          <pc:docMk/>
          <pc:sldMk cId="667524778" sldId="454"/>
        </pc:sldMkLst>
        <pc:spChg chg="add mod">
          <ac:chgData name="Maloth Karthikeya" userId="86a58276-83c3-4039-8ba3-9628beaae997" providerId="ADAL" clId="{4203298A-11C3-42BF-9E24-3A33232D1292}" dt="2025-11-20T14:22:07.579" v="3249" actId="20577"/>
          <ac:spMkLst>
            <pc:docMk/>
            <pc:sldMk cId="667524778" sldId="454"/>
            <ac:spMk id="2" creationId="{30206953-F01F-B9CF-DDC6-935A6ED50F07}"/>
          </ac:spMkLst>
        </pc:spChg>
        <pc:spChg chg="mod">
          <ac:chgData name="Maloth Karthikeya" userId="86a58276-83c3-4039-8ba3-9628beaae997" providerId="ADAL" clId="{4203298A-11C3-42BF-9E24-3A33232D1292}" dt="2025-11-19T15:57:20.810" v="1757" actId="207"/>
          <ac:spMkLst>
            <pc:docMk/>
            <pc:sldMk cId="667524778" sldId="454"/>
            <ac:spMk id="3" creationId="{1F5DBBCA-434B-E849-85D6-C4764F97919F}"/>
          </ac:spMkLst>
        </pc:spChg>
        <pc:spChg chg="mod">
          <ac:chgData name="Maloth Karthikeya" userId="86a58276-83c3-4039-8ba3-9628beaae997" providerId="ADAL" clId="{4203298A-11C3-42BF-9E24-3A33232D1292}" dt="2025-11-20T13:43:30.483" v="2569" actId="20577"/>
          <ac:spMkLst>
            <pc:docMk/>
            <pc:sldMk cId="667524778" sldId="454"/>
            <ac:spMk id="9" creationId="{1A1BF0F0-1E59-31E3-BDCC-A3A23C7AC6FD}"/>
          </ac:spMkLst>
        </pc:spChg>
        <pc:spChg chg="mod">
          <ac:chgData name="Maloth Karthikeya" userId="86a58276-83c3-4039-8ba3-9628beaae997" providerId="ADAL" clId="{4203298A-11C3-42BF-9E24-3A33232D1292}" dt="2025-11-20T13:43:33.504" v="2573" actId="20577"/>
          <ac:spMkLst>
            <pc:docMk/>
            <pc:sldMk cId="667524778" sldId="454"/>
            <ac:spMk id="10" creationId="{EE9B81E4-0480-5072-D125-E2F49E4C6118}"/>
          </ac:spMkLst>
        </pc:spChg>
        <pc:spChg chg="mod">
          <ac:chgData name="Maloth Karthikeya" userId="86a58276-83c3-4039-8ba3-9628beaae997" providerId="ADAL" clId="{4203298A-11C3-42BF-9E24-3A33232D1292}" dt="2025-11-20T12:19:08.230" v="1978" actId="1076"/>
          <ac:spMkLst>
            <pc:docMk/>
            <pc:sldMk cId="667524778" sldId="454"/>
            <ac:spMk id="14" creationId="{B3C6F6FC-1A32-63F0-4C2E-09B739A47E27}"/>
          </ac:spMkLst>
        </pc:spChg>
        <pc:spChg chg="del">
          <ac:chgData name="Maloth Karthikeya" userId="86a58276-83c3-4039-8ba3-9628beaae997" providerId="ADAL" clId="{4203298A-11C3-42BF-9E24-3A33232D1292}" dt="2025-11-20T14:18:55.980" v="3163" actId="478"/>
          <ac:spMkLst>
            <pc:docMk/>
            <pc:sldMk cId="667524778" sldId="454"/>
            <ac:spMk id="18" creationId="{87CE3A9C-4E42-A0D5-8AB7-BC963600C16E}"/>
          </ac:spMkLst>
        </pc:spChg>
      </pc:sldChg>
      <pc:sldChg chg="addSp delSp modSp mod modAnim">
        <pc:chgData name="Maloth Karthikeya" userId="86a58276-83c3-4039-8ba3-9628beaae997" providerId="ADAL" clId="{4203298A-11C3-42BF-9E24-3A33232D1292}" dt="2025-11-20T14:21:38.367" v="3233" actId="20577"/>
        <pc:sldMkLst>
          <pc:docMk/>
          <pc:sldMk cId="3968558001" sldId="460"/>
        </pc:sldMkLst>
        <pc:spChg chg="del mod">
          <ac:chgData name="Maloth Karthikeya" userId="86a58276-83c3-4039-8ba3-9628beaae997" providerId="ADAL" clId="{4203298A-11C3-42BF-9E24-3A33232D1292}" dt="2025-11-20T14:18:42.341" v="3156" actId="478"/>
          <ac:spMkLst>
            <pc:docMk/>
            <pc:sldMk cId="3968558001" sldId="460"/>
            <ac:spMk id="4" creationId="{5570106A-94AE-5BAB-5B5E-6930AC78FDD6}"/>
          </ac:spMkLst>
        </pc:spChg>
        <pc:spChg chg="del mod">
          <ac:chgData name="Maloth Karthikeya" userId="86a58276-83c3-4039-8ba3-9628beaae997" providerId="ADAL" clId="{4203298A-11C3-42BF-9E24-3A33232D1292}" dt="2025-11-20T13:35:04.025" v="2307" actId="478"/>
          <ac:spMkLst>
            <pc:docMk/>
            <pc:sldMk cId="3968558001" sldId="460"/>
            <ac:spMk id="6" creationId="{D286EA3D-BFA4-301D-0B31-7A2BF2C08B25}"/>
          </ac:spMkLst>
        </pc:spChg>
        <pc:spChg chg="add mod">
          <ac:chgData name="Maloth Karthikeya" userId="86a58276-83c3-4039-8ba3-9628beaae997" providerId="ADAL" clId="{4203298A-11C3-42BF-9E24-3A33232D1292}" dt="2025-11-20T13:42:42.810" v="2537" actId="20577"/>
          <ac:spMkLst>
            <pc:docMk/>
            <pc:sldMk cId="3968558001" sldId="460"/>
            <ac:spMk id="8" creationId="{BCEEB699-2A83-E303-7090-F4D689B61272}"/>
          </ac:spMkLst>
        </pc:spChg>
        <pc:spChg chg="add mod">
          <ac:chgData name="Maloth Karthikeya" userId="86a58276-83c3-4039-8ba3-9628beaae997" providerId="ADAL" clId="{4203298A-11C3-42BF-9E24-3A33232D1292}" dt="2025-11-20T13:42:46.466" v="2539" actId="20577"/>
          <ac:spMkLst>
            <pc:docMk/>
            <pc:sldMk cId="3968558001" sldId="460"/>
            <ac:spMk id="12" creationId="{FF6C80ED-4EE2-0D2A-756D-016D59ED11B3}"/>
          </ac:spMkLst>
        </pc:spChg>
        <pc:spChg chg="mod">
          <ac:chgData name="Maloth Karthikeya" userId="86a58276-83c3-4039-8ba3-9628beaae997" providerId="ADAL" clId="{4203298A-11C3-42BF-9E24-3A33232D1292}" dt="2025-11-20T13:55:26.506" v="2615" actId="1076"/>
          <ac:spMkLst>
            <pc:docMk/>
            <pc:sldMk cId="3968558001" sldId="460"/>
            <ac:spMk id="13" creationId="{E59217C9-D60D-3771-AA02-E3B0946ECED6}"/>
          </ac:spMkLst>
        </pc:spChg>
        <pc:spChg chg="add mod">
          <ac:chgData name="Maloth Karthikeya" userId="86a58276-83c3-4039-8ba3-9628beaae997" providerId="ADAL" clId="{4203298A-11C3-42BF-9E24-3A33232D1292}" dt="2025-11-20T13:36:27.218" v="2323" actId="1076"/>
          <ac:spMkLst>
            <pc:docMk/>
            <pc:sldMk cId="3968558001" sldId="460"/>
            <ac:spMk id="15" creationId="{470DCE68-7567-6F19-8DEB-35214FD11822}"/>
          </ac:spMkLst>
        </pc:spChg>
        <pc:spChg chg="add mod">
          <ac:chgData name="Maloth Karthikeya" userId="86a58276-83c3-4039-8ba3-9628beaae997" providerId="ADAL" clId="{4203298A-11C3-42BF-9E24-3A33232D1292}" dt="2025-11-20T13:49:18.920" v="2607" actId="1076"/>
          <ac:spMkLst>
            <pc:docMk/>
            <pc:sldMk cId="3968558001" sldId="460"/>
            <ac:spMk id="16" creationId="{D9A7C4FD-DE14-E453-9F8C-9482A5DB7E9D}"/>
          </ac:spMkLst>
        </pc:spChg>
        <pc:spChg chg="add mod">
          <ac:chgData name="Maloth Karthikeya" userId="86a58276-83c3-4039-8ba3-9628beaae997" providerId="ADAL" clId="{4203298A-11C3-42BF-9E24-3A33232D1292}" dt="2025-11-20T13:55:38.369" v="2618" actId="1076"/>
          <ac:spMkLst>
            <pc:docMk/>
            <pc:sldMk cId="3968558001" sldId="460"/>
            <ac:spMk id="17" creationId="{B4D84FE5-FFB3-A8B2-87BB-128079ADBD7B}"/>
          </ac:spMkLst>
        </pc:spChg>
        <pc:spChg chg="add mod">
          <ac:chgData name="Maloth Karthikeya" userId="86a58276-83c3-4039-8ba3-9628beaae997" providerId="ADAL" clId="{4203298A-11C3-42BF-9E24-3A33232D1292}" dt="2025-11-20T14:21:38.367" v="3233" actId="20577"/>
          <ac:spMkLst>
            <pc:docMk/>
            <pc:sldMk cId="3968558001" sldId="460"/>
            <ac:spMk id="20" creationId="{19801D4C-40F5-E062-C257-29DCEC7645F8}"/>
          </ac:spMkLst>
        </pc:spChg>
        <pc:picChg chg="add mod">
          <ac:chgData name="Maloth Karthikeya" userId="86a58276-83c3-4039-8ba3-9628beaae997" providerId="ADAL" clId="{4203298A-11C3-42BF-9E24-3A33232D1292}" dt="2025-11-20T13:49:23.394" v="2608" actId="1076"/>
          <ac:picMkLst>
            <pc:docMk/>
            <pc:sldMk cId="3968558001" sldId="460"/>
            <ac:picMk id="3" creationId="{1D5FA3B7-DADB-22EF-4050-2DC3ED5D9F88}"/>
          </ac:picMkLst>
        </pc:picChg>
        <pc:picChg chg="add mod">
          <ac:chgData name="Maloth Karthikeya" userId="86a58276-83c3-4039-8ba3-9628beaae997" providerId="ADAL" clId="{4203298A-11C3-42BF-9E24-3A33232D1292}" dt="2025-11-20T13:45:04.856" v="2579" actId="14100"/>
          <ac:picMkLst>
            <pc:docMk/>
            <pc:sldMk cId="3968558001" sldId="460"/>
            <ac:picMk id="5" creationId="{0524071C-0860-2CA1-51DA-C5287A4FBF37}"/>
          </ac:picMkLst>
        </pc:picChg>
        <pc:picChg chg="del mod">
          <ac:chgData name="Maloth Karthikeya" userId="86a58276-83c3-4039-8ba3-9628beaae997" providerId="ADAL" clId="{4203298A-11C3-42BF-9E24-3A33232D1292}" dt="2025-11-20T13:55:06.537" v="2609" actId="478"/>
          <ac:picMkLst>
            <pc:docMk/>
            <pc:sldMk cId="3968558001" sldId="460"/>
            <ac:picMk id="11" creationId="{FDF78211-DEC1-0D94-45F1-946B2E2E3D5A}"/>
          </ac:picMkLst>
        </pc:picChg>
        <pc:picChg chg="add mod">
          <ac:chgData name="Maloth Karthikeya" userId="86a58276-83c3-4039-8ba3-9628beaae997" providerId="ADAL" clId="{4203298A-11C3-42BF-9E24-3A33232D1292}" dt="2025-11-20T13:55:44.090" v="2619" actId="14100"/>
          <ac:picMkLst>
            <pc:docMk/>
            <pc:sldMk cId="3968558001" sldId="460"/>
            <ac:picMk id="19" creationId="{EF22F9D4-42B6-B2C7-CC78-6699CA7A9E3C}"/>
          </ac:picMkLst>
        </pc:picChg>
      </pc:sldChg>
      <pc:sldChg chg="addSp delSp modSp mod">
        <pc:chgData name="Maloth Karthikeya" userId="86a58276-83c3-4039-8ba3-9628beaae997" providerId="ADAL" clId="{4203298A-11C3-42BF-9E24-3A33232D1292}" dt="2025-11-20T14:21:32.091" v="3229" actId="20577"/>
        <pc:sldMkLst>
          <pc:docMk/>
          <pc:sldMk cId="769004718" sldId="463"/>
        </pc:sldMkLst>
        <pc:spChg chg="mod">
          <ac:chgData name="Maloth Karthikeya" userId="86a58276-83c3-4039-8ba3-9628beaae997" providerId="ADAL" clId="{4203298A-11C3-42BF-9E24-3A33232D1292}" dt="2025-11-20T13:18:44.324" v="1981" actId="1076"/>
          <ac:spMkLst>
            <pc:docMk/>
            <pc:sldMk cId="769004718" sldId="463"/>
            <ac:spMk id="2" creationId="{6C6B9664-FF33-262E-93E1-636CD9C309DA}"/>
          </ac:spMkLst>
        </pc:spChg>
        <pc:spChg chg="del mod">
          <ac:chgData name="Maloth Karthikeya" userId="86a58276-83c3-4039-8ba3-9628beaae997" providerId="ADAL" clId="{4203298A-11C3-42BF-9E24-3A33232D1292}" dt="2025-11-20T14:18:37.658" v="3154" actId="478"/>
          <ac:spMkLst>
            <pc:docMk/>
            <pc:sldMk cId="769004718" sldId="463"/>
            <ac:spMk id="3" creationId="{2F359B51-F5A7-FF44-A66F-1623D44502C0}"/>
          </ac:spMkLst>
        </pc:spChg>
        <pc:spChg chg="add mod">
          <ac:chgData name="Maloth Karthikeya" userId="86a58276-83c3-4039-8ba3-9628beaae997" providerId="ADAL" clId="{4203298A-11C3-42BF-9E24-3A33232D1292}" dt="2025-11-20T14:21:32.091" v="3229" actId="20577"/>
          <ac:spMkLst>
            <pc:docMk/>
            <pc:sldMk cId="769004718" sldId="463"/>
            <ac:spMk id="5" creationId="{54B58B48-F6DA-90A6-9934-940BEB4265C7}"/>
          </ac:spMkLst>
        </pc:spChg>
      </pc:sldChg>
      <pc:sldChg chg="addSp delSp modSp mod modAnim">
        <pc:chgData name="Maloth Karthikeya" userId="86a58276-83c3-4039-8ba3-9628beaae997" providerId="ADAL" clId="{4203298A-11C3-42BF-9E24-3A33232D1292}" dt="2025-11-20T14:49:31.322" v="3276" actId="1076"/>
        <pc:sldMkLst>
          <pc:docMk/>
          <pc:sldMk cId="1078837589" sldId="465"/>
        </pc:sldMkLst>
        <pc:spChg chg="mod">
          <ac:chgData name="Maloth Karthikeya" userId="86a58276-83c3-4039-8ba3-9628beaae997" providerId="ADAL" clId="{4203298A-11C3-42BF-9E24-3A33232D1292}" dt="2025-11-20T14:49:31.322" v="3276" actId="1076"/>
          <ac:spMkLst>
            <pc:docMk/>
            <pc:sldMk cId="1078837589" sldId="465"/>
            <ac:spMk id="2" creationId="{7B5B97AA-A5C6-0AAD-1378-C6C81CCD2C94}"/>
          </ac:spMkLst>
        </pc:spChg>
        <pc:spChg chg="add mod">
          <ac:chgData name="Maloth Karthikeya" userId="86a58276-83c3-4039-8ba3-9628beaae997" providerId="ADAL" clId="{4203298A-11C3-42BF-9E24-3A33232D1292}" dt="2025-11-20T13:40:34.626" v="2447" actId="1076"/>
          <ac:spMkLst>
            <pc:docMk/>
            <pc:sldMk cId="1078837589" sldId="465"/>
            <ac:spMk id="4" creationId="{6F7500B5-6B9F-1DAA-A631-27E3C1DCD26E}"/>
          </ac:spMkLst>
        </pc:spChg>
        <pc:spChg chg="del mod">
          <ac:chgData name="Maloth Karthikeya" userId="86a58276-83c3-4039-8ba3-9628beaae997" providerId="ADAL" clId="{4203298A-11C3-42BF-9E24-3A33232D1292}" dt="2025-11-20T14:18:33.502" v="3152" actId="478"/>
          <ac:spMkLst>
            <pc:docMk/>
            <pc:sldMk cId="1078837589" sldId="465"/>
            <ac:spMk id="8" creationId="{6AB96CE6-61A8-EE82-BC0D-F549564EA297}"/>
          </ac:spMkLst>
        </pc:spChg>
        <pc:spChg chg="add mod">
          <ac:chgData name="Maloth Karthikeya" userId="86a58276-83c3-4039-8ba3-9628beaae997" providerId="ADAL" clId="{4203298A-11C3-42BF-9E24-3A33232D1292}" dt="2025-11-20T13:44:16.632" v="2576" actId="1076"/>
          <ac:spMkLst>
            <pc:docMk/>
            <pc:sldMk cId="1078837589" sldId="465"/>
            <ac:spMk id="12" creationId="{69F9BF1B-839C-D148-6E63-0A645A91B526}"/>
          </ac:spMkLst>
        </pc:spChg>
        <pc:spChg chg="add mod">
          <ac:chgData name="Maloth Karthikeya" userId="86a58276-83c3-4039-8ba3-9628beaae997" providerId="ADAL" clId="{4203298A-11C3-42BF-9E24-3A33232D1292}" dt="2025-11-20T14:21:22.410" v="3223" actId="20577"/>
          <ac:spMkLst>
            <pc:docMk/>
            <pc:sldMk cId="1078837589" sldId="465"/>
            <ac:spMk id="15" creationId="{20C8AAED-ACE6-4295-5889-CDD9BA701F5A}"/>
          </ac:spMkLst>
        </pc:spChg>
        <pc:spChg chg="del">
          <ac:chgData name="Maloth Karthikeya" userId="86a58276-83c3-4039-8ba3-9628beaae997" providerId="ADAL" clId="{4203298A-11C3-42BF-9E24-3A33232D1292}" dt="2025-11-20T13:44:24.211" v="2577" actId="478"/>
          <ac:spMkLst>
            <pc:docMk/>
            <pc:sldMk cId="1078837589" sldId="465"/>
            <ac:spMk id="16" creationId="{3C3A6207-43A7-8729-517E-46DB77482760}"/>
          </ac:spMkLst>
        </pc:spChg>
        <pc:grpChg chg="mod">
          <ac:chgData name="Maloth Karthikeya" userId="86a58276-83c3-4039-8ba3-9628beaae997" providerId="ADAL" clId="{4203298A-11C3-42BF-9E24-3A33232D1292}" dt="2025-11-20T13:39:51.361" v="2412" actId="1076"/>
          <ac:grpSpMkLst>
            <pc:docMk/>
            <pc:sldMk cId="1078837589" sldId="465"/>
            <ac:grpSpMk id="14" creationId="{CB5DA365-05C7-3BB1-6EC6-E43DA1795D53}"/>
          </ac:grpSpMkLst>
        </pc:grpChg>
        <pc:picChg chg="mod">
          <ac:chgData name="Maloth Karthikeya" userId="86a58276-83c3-4039-8ba3-9628beaae997" providerId="ADAL" clId="{4203298A-11C3-42BF-9E24-3A33232D1292}" dt="2025-11-20T13:44:13.901" v="2575" actId="14100"/>
          <ac:picMkLst>
            <pc:docMk/>
            <pc:sldMk cId="1078837589" sldId="465"/>
            <ac:picMk id="6" creationId="{1E4E1FE5-8F75-219C-2558-6E5FFD133622}"/>
          </ac:picMkLst>
        </pc:picChg>
      </pc:sldChg>
      <pc:sldChg chg="addSp delSp modSp mod">
        <pc:chgData name="Maloth Karthikeya" userId="86a58276-83c3-4039-8ba3-9628beaae997" providerId="ADAL" clId="{4203298A-11C3-42BF-9E24-3A33232D1292}" dt="2025-11-20T14:22:10.379" v="3251" actId="20577"/>
        <pc:sldMkLst>
          <pc:docMk/>
          <pc:sldMk cId="2947919174" sldId="466"/>
        </pc:sldMkLst>
        <pc:spChg chg="add mod">
          <ac:chgData name="Maloth Karthikeya" userId="86a58276-83c3-4039-8ba3-9628beaae997" providerId="ADAL" clId="{4203298A-11C3-42BF-9E24-3A33232D1292}" dt="2025-11-20T14:22:10.379" v="3251" actId="20577"/>
          <ac:spMkLst>
            <pc:docMk/>
            <pc:sldMk cId="2947919174" sldId="466"/>
            <ac:spMk id="2" creationId="{CEC14A95-5040-927B-7110-5F47EC99F809}"/>
          </ac:spMkLst>
        </pc:spChg>
        <pc:spChg chg="mod">
          <ac:chgData name="Maloth Karthikeya" userId="86a58276-83c3-4039-8ba3-9628beaae997" providerId="ADAL" clId="{4203298A-11C3-42BF-9E24-3A33232D1292}" dt="2025-11-20T13:19:28.161" v="2021" actId="313"/>
          <ac:spMkLst>
            <pc:docMk/>
            <pc:sldMk cId="2947919174" sldId="466"/>
            <ac:spMk id="3" creationId="{8E89CDA3-BCE2-BB5F-DAF9-459CB8528BCE}"/>
          </ac:spMkLst>
        </pc:spChg>
        <pc:spChg chg="add mod">
          <ac:chgData name="Maloth Karthikeya" userId="86a58276-83c3-4039-8ba3-9628beaae997" providerId="ADAL" clId="{4203298A-11C3-42BF-9E24-3A33232D1292}" dt="2025-11-19T13:08:23.510" v="1198" actId="20577"/>
          <ac:spMkLst>
            <pc:docMk/>
            <pc:sldMk cId="2947919174" sldId="466"/>
            <ac:spMk id="4" creationId="{C1896342-F2ED-DBBC-4C59-24FE838DF9CA}"/>
          </ac:spMkLst>
        </pc:spChg>
        <pc:spChg chg="del">
          <ac:chgData name="Maloth Karthikeya" userId="86a58276-83c3-4039-8ba3-9628beaae997" providerId="ADAL" clId="{4203298A-11C3-42BF-9E24-3A33232D1292}" dt="2025-11-20T14:18:58.235" v="3164" actId="478"/>
          <ac:spMkLst>
            <pc:docMk/>
            <pc:sldMk cId="2947919174" sldId="466"/>
            <ac:spMk id="6" creationId="{F691DE05-3F9B-5E5F-F71A-B5A2402141B5}"/>
          </ac:spMkLst>
        </pc:spChg>
        <pc:spChg chg="mod">
          <ac:chgData name="Maloth Karthikeya" userId="86a58276-83c3-4039-8ba3-9628beaae997" providerId="ADAL" clId="{4203298A-11C3-42BF-9E24-3A33232D1292}" dt="2025-11-19T12:33:46.100" v="918" actId="14100"/>
          <ac:spMkLst>
            <pc:docMk/>
            <pc:sldMk cId="2947919174" sldId="466"/>
            <ac:spMk id="23" creationId="{2A275257-D2D9-CD62-25EF-C6E0CBDCE677}"/>
          </ac:spMkLst>
        </pc:spChg>
      </pc:sldChg>
      <pc:sldChg chg="addSp delSp modSp mod">
        <pc:chgData name="Maloth Karthikeya" userId="86a58276-83c3-4039-8ba3-9628beaae997" providerId="ADAL" clId="{4203298A-11C3-42BF-9E24-3A33232D1292}" dt="2025-11-20T14:22:13.907" v="3253" actId="20577"/>
        <pc:sldMkLst>
          <pc:docMk/>
          <pc:sldMk cId="2648880195" sldId="467"/>
        </pc:sldMkLst>
        <pc:spChg chg="add mod">
          <ac:chgData name="Maloth Karthikeya" userId="86a58276-83c3-4039-8ba3-9628beaae997" providerId="ADAL" clId="{4203298A-11C3-42BF-9E24-3A33232D1292}" dt="2025-11-20T14:22:13.907" v="3253" actId="20577"/>
          <ac:spMkLst>
            <pc:docMk/>
            <pc:sldMk cId="2648880195" sldId="467"/>
            <ac:spMk id="4" creationId="{64E7D4D6-D8BF-23D5-752E-F391325A6820}"/>
          </ac:spMkLst>
        </pc:spChg>
        <pc:spChg chg="del">
          <ac:chgData name="Maloth Karthikeya" userId="86a58276-83c3-4039-8ba3-9628beaae997" providerId="ADAL" clId="{4203298A-11C3-42BF-9E24-3A33232D1292}" dt="2025-11-20T14:18:59.792" v="3165" actId="478"/>
          <ac:spMkLst>
            <pc:docMk/>
            <pc:sldMk cId="2648880195" sldId="467"/>
            <ac:spMk id="6" creationId="{35DF2EB2-3933-A026-1032-532782C78652}"/>
          </ac:spMkLst>
        </pc:spChg>
      </pc:sldChg>
      <pc:sldChg chg="addSp delSp modSp mod">
        <pc:chgData name="Maloth Karthikeya" userId="86a58276-83c3-4039-8ba3-9628beaae997" providerId="ADAL" clId="{4203298A-11C3-42BF-9E24-3A33232D1292}" dt="2025-11-20T14:55:14.762" v="3278" actId="20577"/>
        <pc:sldMkLst>
          <pc:docMk/>
          <pc:sldMk cId="2571960624" sldId="468"/>
        </pc:sldMkLst>
        <pc:spChg chg="add mod">
          <ac:chgData name="Maloth Karthikeya" userId="86a58276-83c3-4039-8ba3-9628beaae997" providerId="ADAL" clId="{4203298A-11C3-42BF-9E24-3A33232D1292}" dt="2025-11-20T14:55:14.762" v="3278" actId="20577"/>
          <ac:spMkLst>
            <pc:docMk/>
            <pc:sldMk cId="2571960624" sldId="468"/>
            <ac:spMk id="2" creationId="{ACF48921-DA9D-8547-0EF6-48A3D8E4B281}"/>
          </ac:spMkLst>
        </pc:spChg>
        <pc:spChg chg="del">
          <ac:chgData name="Maloth Karthikeya" userId="86a58276-83c3-4039-8ba3-9628beaae997" providerId="ADAL" clId="{4203298A-11C3-42BF-9E24-3A33232D1292}" dt="2025-11-20T14:19:02.109" v="3166" actId="478"/>
          <ac:spMkLst>
            <pc:docMk/>
            <pc:sldMk cId="2571960624" sldId="468"/>
            <ac:spMk id="6" creationId="{89098BA1-A000-D5A3-D253-DEBE0222EA0E}"/>
          </ac:spMkLst>
        </pc:spChg>
        <pc:spChg chg="mod">
          <ac:chgData name="Maloth Karthikeya" userId="86a58276-83c3-4039-8ba3-9628beaae997" providerId="ADAL" clId="{4203298A-11C3-42BF-9E24-3A33232D1292}" dt="2025-11-19T12:58:36.514" v="1195" actId="1076"/>
          <ac:spMkLst>
            <pc:docMk/>
            <pc:sldMk cId="2571960624" sldId="468"/>
            <ac:spMk id="7" creationId="{4044C225-F1C2-D123-2C7A-24F2D17A0DB7}"/>
          </ac:spMkLst>
        </pc:spChg>
      </pc:sldChg>
      <pc:sldChg chg="addSp delSp modSp add mod addAnim delAnim modAnim">
        <pc:chgData name="Maloth Karthikeya" userId="86a58276-83c3-4039-8ba3-9628beaae997" providerId="ADAL" clId="{4203298A-11C3-42BF-9E24-3A33232D1292}" dt="2025-11-20T14:21:14.677" v="3219" actId="20577"/>
        <pc:sldMkLst>
          <pc:docMk/>
          <pc:sldMk cId="617751936" sldId="469"/>
        </pc:sldMkLst>
        <pc:spChg chg="add del mod">
          <ac:chgData name="Maloth Karthikeya" userId="86a58276-83c3-4039-8ba3-9628beaae997" providerId="ADAL" clId="{4203298A-11C3-42BF-9E24-3A33232D1292}" dt="2025-11-20T14:19:13.267" v="3168" actId="478"/>
          <ac:spMkLst>
            <pc:docMk/>
            <pc:sldMk cId="617751936" sldId="469"/>
            <ac:spMk id="3" creationId="{988562D6-4640-EE27-939D-5408DBA4D436}"/>
          </ac:spMkLst>
        </pc:spChg>
        <pc:spChg chg="add mod">
          <ac:chgData name="Maloth Karthikeya" userId="86a58276-83c3-4039-8ba3-9628beaae997" providerId="ADAL" clId="{4203298A-11C3-42BF-9E24-3A33232D1292}" dt="2025-11-20T14:21:14.677" v="3219" actId="20577"/>
          <ac:spMkLst>
            <pc:docMk/>
            <pc:sldMk cId="617751936" sldId="469"/>
            <ac:spMk id="4" creationId="{9D37AEFA-EA27-D111-5FDC-CBC10EBD49E1}"/>
          </ac:spMkLst>
        </pc:spChg>
        <pc:spChg chg="add del mod">
          <ac:chgData name="Maloth Karthikeya" userId="86a58276-83c3-4039-8ba3-9628beaae997" providerId="ADAL" clId="{4203298A-11C3-42BF-9E24-3A33232D1292}" dt="2025-11-19T08:27:37.114" v="516" actId="12084"/>
          <ac:spMkLst>
            <pc:docMk/>
            <pc:sldMk cId="617751936" sldId="469"/>
            <ac:spMk id="4" creationId="{F49EB2F3-3C15-5D1C-EFFB-CAC8B159B9B1}"/>
          </ac:spMkLst>
        </pc:spChg>
        <pc:spChg chg="del mod">
          <ac:chgData name="Maloth Karthikeya" userId="86a58276-83c3-4039-8ba3-9628beaae997" providerId="ADAL" clId="{4203298A-11C3-42BF-9E24-3A33232D1292}" dt="2025-11-20T14:18:31.246" v="3151" actId="478"/>
          <ac:spMkLst>
            <pc:docMk/>
            <pc:sldMk cId="617751936" sldId="469"/>
            <ac:spMk id="5" creationId="{FC58D18F-EAD1-82D7-B802-3A56D1CBA90F}"/>
          </ac:spMkLst>
        </pc:spChg>
        <pc:spChg chg="del">
          <ac:chgData name="Maloth Karthikeya" userId="86a58276-83c3-4039-8ba3-9628beaae997" providerId="ADAL" clId="{4203298A-11C3-42BF-9E24-3A33232D1292}" dt="2025-11-19T08:21:55.407" v="349" actId="478"/>
          <ac:spMkLst>
            <pc:docMk/>
            <pc:sldMk cId="617751936" sldId="469"/>
            <ac:spMk id="11" creationId="{0EE8C6BB-AC25-4F6F-D04E-429D47030D01}"/>
          </ac:spMkLst>
        </pc:spChg>
        <pc:spChg chg="mod">
          <ac:chgData name="Maloth Karthikeya" userId="86a58276-83c3-4039-8ba3-9628beaae997" providerId="ADAL" clId="{4203298A-11C3-42BF-9E24-3A33232D1292}" dt="2025-11-19T08:55:53.916" v="657" actId="207"/>
          <ac:spMkLst>
            <pc:docMk/>
            <pc:sldMk cId="617751936" sldId="469"/>
            <ac:spMk id="12" creationId="{F62229AC-5FE1-B14B-C28E-1F9254B84744}"/>
          </ac:spMkLst>
        </pc:spChg>
        <pc:spChg chg="del">
          <ac:chgData name="Maloth Karthikeya" userId="86a58276-83c3-4039-8ba3-9628beaae997" providerId="ADAL" clId="{4203298A-11C3-42BF-9E24-3A33232D1292}" dt="2025-11-19T08:21:52.950" v="347" actId="478"/>
          <ac:spMkLst>
            <pc:docMk/>
            <pc:sldMk cId="617751936" sldId="469"/>
            <ac:spMk id="13" creationId="{F11FA683-2E8C-B23D-0A27-2F4078079900}"/>
          </ac:spMkLst>
        </pc:spChg>
        <pc:spChg chg="del">
          <ac:chgData name="Maloth Karthikeya" userId="86a58276-83c3-4039-8ba3-9628beaae997" providerId="ADAL" clId="{4203298A-11C3-42BF-9E24-3A33232D1292}" dt="2025-11-19T08:21:46.097" v="343" actId="478"/>
          <ac:spMkLst>
            <pc:docMk/>
            <pc:sldMk cId="617751936" sldId="469"/>
            <ac:spMk id="14" creationId="{699C7637-651B-FED5-5CBD-714757D0A97B}"/>
          </ac:spMkLst>
        </pc:spChg>
        <pc:spChg chg="del">
          <ac:chgData name="Maloth Karthikeya" userId="86a58276-83c3-4039-8ba3-9628beaae997" providerId="ADAL" clId="{4203298A-11C3-42BF-9E24-3A33232D1292}" dt="2025-11-19T08:22:07.798" v="354" actId="478"/>
          <ac:spMkLst>
            <pc:docMk/>
            <pc:sldMk cId="617751936" sldId="469"/>
            <ac:spMk id="15" creationId="{D6CB2EF3-E7D9-E992-F8CF-FBD58303314B}"/>
          </ac:spMkLst>
        </pc:spChg>
        <pc:spChg chg="del">
          <ac:chgData name="Maloth Karthikeya" userId="86a58276-83c3-4039-8ba3-9628beaae997" providerId="ADAL" clId="{4203298A-11C3-42BF-9E24-3A33232D1292}" dt="2025-11-19T08:21:51.329" v="346" actId="478"/>
          <ac:spMkLst>
            <pc:docMk/>
            <pc:sldMk cId="617751936" sldId="469"/>
            <ac:spMk id="16" creationId="{E7654949-AE0F-7A7F-D7B6-A48EDBE066BA}"/>
          </ac:spMkLst>
        </pc:spChg>
        <pc:spChg chg="del">
          <ac:chgData name="Maloth Karthikeya" userId="86a58276-83c3-4039-8ba3-9628beaae997" providerId="ADAL" clId="{4203298A-11C3-42BF-9E24-3A33232D1292}" dt="2025-11-19T08:22:04.631" v="352" actId="478"/>
          <ac:spMkLst>
            <pc:docMk/>
            <pc:sldMk cId="617751936" sldId="469"/>
            <ac:spMk id="17" creationId="{F39AB816-2D6C-F9FA-7CCE-B950EA1E2BE2}"/>
          </ac:spMkLst>
        </pc:spChg>
        <pc:spChg chg="del">
          <ac:chgData name="Maloth Karthikeya" userId="86a58276-83c3-4039-8ba3-9628beaae997" providerId="ADAL" clId="{4203298A-11C3-42BF-9E24-3A33232D1292}" dt="2025-11-19T08:21:39.931" v="339" actId="478"/>
          <ac:spMkLst>
            <pc:docMk/>
            <pc:sldMk cId="617751936" sldId="469"/>
            <ac:spMk id="18" creationId="{F890CDD8-8735-E6BF-5E6F-0BEB477731A2}"/>
          </ac:spMkLst>
        </pc:spChg>
        <pc:spChg chg="mod topLvl">
          <ac:chgData name="Maloth Karthikeya" userId="86a58276-83c3-4039-8ba3-9628beaae997" providerId="ADAL" clId="{4203298A-11C3-42BF-9E24-3A33232D1292}" dt="2025-11-19T08:50:47.499" v="635" actId="165"/>
          <ac:spMkLst>
            <pc:docMk/>
            <pc:sldMk cId="617751936" sldId="469"/>
            <ac:spMk id="19" creationId="{5E969FF4-F89C-B88F-1DD0-7C9CE74C0EED}"/>
          </ac:spMkLst>
        </pc:spChg>
        <pc:spChg chg="del">
          <ac:chgData name="Maloth Karthikeya" userId="86a58276-83c3-4039-8ba3-9628beaae997" providerId="ADAL" clId="{4203298A-11C3-42BF-9E24-3A33232D1292}" dt="2025-11-19T08:21:56.734" v="350" actId="478"/>
          <ac:spMkLst>
            <pc:docMk/>
            <pc:sldMk cId="617751936" sldId="469"/>
            <ac:spMk id="20" creationId="{C98CB504-771D-EDD9-6183-34BD4B8E5715}"/>
          </ac:spMkLst>
        </pc:spChg>
        <pc:spChg chg="del">
          <ac:chgData name="Maloth Karthikeya" userId="86a58276-83c3-4039-8ba3-9628beaae997" providerId="ADAL" clId="{4203298A-11C3-42BF-9E24-3A33232D1292}" dt="2025-11-19T08:22:06.182" v="353" actId="478"/>
          <ac:spMkLst>
            <pc:docMk/>
            <pc:sldMk cId="617751936" sldId="469"/>
            <ac:spMk id="22" creationId="{ED766629-BC23-261F-B6A7-5622EABDB710}"/>
          </ac:spMkLst>
        </pc:spChg>
        <pc:spChg chg="mod topLvl">
          <ac:chgData name="Maloth Karthikeya" userId="86a58276-83c3-4039-8ba3-9628beaae997" providerId="ADAL" clId="{4203298A-11C3-42BF-9E24-3A33232D1292}" dt="2025-11-19T08:50:47.499" v="635" actId="165"/>
          <ac:spMkLst>
            <pc:docMk/>
            <pc:sldMk cId="617751936" sldId="469"/>
            <ac:spMk id="23" creationId="{FC37BD86-F544-A3F9-6240-5F95EA944F68}"/>
          </ac:spMkLst>
        </pc:spChg>
        <pc:spChg chg="del">
          <ac:chgData name="Maloth Karthikeya" userId="86a58276-83c3-4039-8ba3-9628beaae997" providerId="ADAL" clId="{4203298A-11C3-42BF-9E24-3A33232D1292}" dt="2025-11-19T08:21:49.186" v="345" actId="478"/>
          <ac:spMkLst>
            <pc:docMk/>
            <pc:sldMk cId="617751936" sldId="469"/>
            <ac:spMk id="24" creationId="{863DF5F6-477C-7399-48F0-D0BFD53CF655}"/>
          </ac:spMkLst>
        </pc:spChg>
        <pc:spChg chg="del">
          <ac:chgData name="Maloth Karthikeya" userId="86a58276-83c3-4039-8ba3-9628beaae997" providerId="ADAL" clId="{4203298A-11C3-42BF-9E24-3A33232D1292}" dt="2025-11-19T08:21:44.351" v="342" actId="478"/>
          <ac:spMkLst>
            <pc:docMk/>
            <pc:sldMk cId="617751936" sldId="469"/>
            <ac:spMk id="26" creationId="{96C6E3BD-D687-F603-BD35-AB19E6171039}"/>
          </ac:spMkLst>
        </pc:spChg>
        <pc:spChg chg="del mod">
          <ac:chgData name="Maloth Karthikeya" userId="86a58276-83c3-4039-8ba3-9628beaae997" providerId="ADAL" clId="{4203298A-11C3-42BF-9E24-3A33232D1292}" dt="2025-11-19T08:21:36.702" v="337" actId="478"/>
          <ac:spMkLst>
            <pc:docMk/>
            <pc:sldMk cId="617751936" sldId="469"/>
            <ac:spMk id="28" creationId="{823E845E-A305-E34E-7109-6BD19F7BD7D3}"/>
          </ac:spMkLst>
        </pc:spChg>
        <pc:spChg chg="del">
          <ac:chgData name="Maloth Karthikeya" userId="86a58276-83c3-4039-8ba3-9628beaae997" providerId="ADAL" clId="{4203298A-11C3-42BF-9E24-3A33232D1292}" dt="2025-11-19T08:21:37.935" v="338" actId="478"/>
          <ac:spMkLst>
            <pc:docMk/>
            <pc:sldMk cId="617751936" sldId="469"/>
            <ac:spMk id="31" creationId="{DFC8D108-9097-DE43-FC80-4BC97210A141}"/>
          </ac:spMkLst>
        </pc:spChg>
        <pc:spChg chg="del">
          <ac:chgData name="Maloth Karthikeya" userId="86a58276-83c3-4039-8ba3-9628beaae997" providerId="ADAL" clId="{4203298A-11C3-42BF-9E24-3A33232D1292}" dt="2025-11-19T08:21:33.501" v="335" actId="478"/>
          <ac:spMkLst>
            <pc:docMk/>
            <pc:sldMk cId="617751936" sldId="469"/>
            <ac:spMk id="33" creationId="{46CA1CD4-5780-5F76-B92E-36942C6079D5}"/>
          </ac:spMkLst>
        </pc:spChg>
        <pc:spChg chg="del mod">
          <ac:chgData name="Maloth Karthikeya" userId="86a58276-83c3-4039-8ba3-9628beaae997" providerId="ADAL" clId="{4203298A-11C3-42BF-9E24-3A33232D1292}" dt="2025-11-19T08:21:42.439" v="341" actId="478"/>
          <ac:spMkLst>
            <pc:docMk/>
            <pc:sldMk cId="617751936" sldId="469"/>
            <ac:spMk id="34" creationId="{FC30413A-0F9A-FDBD-17F7-20723E00D287}"/>
          </ac:spMkLst>
        </pc:spChg>
        <pc:spChg chg="del">
          <ac:chgData name="Maloth Karthikeya" userId="86a58276-83c3-4039-8ba3-9628beaae997" providerId="ADAL" clId="{4203298A-11C3-42BF-9E24-3A33232D1292}" dt="2025-11-19T08:21:47.987" v="344" actId="478"/>
          <ac:spMkLst>
            <pc:docMk/>
            <pc:sldMk cId="617751936" sldId="469"/>
            <ac:spMk id="35" creationId="{D380B87C-EF43-82BA-5ED2-6B5AE9C1450C}"/>
          </ac:spMkLst>
        </pc:spChg>
        <pc:spChg chg="del">
          <ac:chgData name="Maloth Karthikeya" userId="86a58276-83c3-4039-8ba3-9628beaae997" providerId="ADAL" clId="{4203298A-11C3-42BF-9E24-3A33232D1292}" dt="2025-11-19T08:21:53.952" v="348" actId="478"/>
          <ac:spMkLst>
            <pc:docMk/>
            <pc:sldMk cId="617751936" sldId="469"/>
            <ac:spMk id="36" creationId="{2E689AA6-D77C-E363-65BF-9C7C99B27284}"/>
          </ac:spMkLst>
        </pc:spChg>
        <pc:spChg chg="del">
          <ac:chgData name="Maloth Karthikeya" userId="86a58276-83c3-4039-8ba3-9628beaae997" providerId="ADAL" clId="{4203298A-11C3-42BF-9E24-3A33232D1292}" dt="2025-11-19T08:21:57.945" v="351" actId="478"/>
          <ac:spMkLst>
            <pc:docMk/>
            <pc:sldMk cId="617751936" sldId="469"/>
            <ac:spMk id="37" creationId="{587B846E-A8EF-42C5-4D88-EDF703B690A6}"/>
          </ac:spMkLst>
        </pc:spChg>
        <pc:spChg chg="mod topLvl">
          <ac:chgData name="Maloth Karthikeya" userId="86a58276-83c3-4039-8ba3-9628beaae997" providerId="ADAL" clId="{4203298A-11C3-42BF-9E24-3A33232D1292}" dt="2025-11-19T08:50:47.499" v="635" actId="165"/>
          <ac:spMkLst>
            <pc:docMk/>
            <pc:sldMk cId="617751936" sldId="469"/>
            <ac:spMk id="38" creationId="{16BBE147-B88E-FD82-4BD4-951AC13C8E02}"/>
          </ac:spMkLst>
        </pc:spChg>
        <pc:spChg chg="mod topLvl">
          <ac:chgData name="Maloth Karthikeya" userId="86a58276-83c3-4039-8ba3-9628beaae997" providerId="ADAL" clId="{4203298A-11C3-42BF-9E24-3A33232D1292}" dt="2025-11-19T08:50:47.499" v="635" actId="165"/>
          <ac:spMkLst>
            <pc:docMk/>
            <pc:sldMk cId="617751936" sldId="469"/>
            <ac:spMk id="40" creationId="{1D15F7A3-1C0F-DA6C-FFCA-8D9843657826}"/>
          </ac:spMkLst>
        </pc:spChg>
        <pc:spChg chg="mod topLvl">
          <ac:chgData name="Maloth Karthikeya" userId="86a58276-83c3-4039-8ba3-9628beaae997" providerId="ADAL" clId="{4203298A-11C3-42BF-9E24-3A33232D1292}" dt="2025-11-19T08:50:47.499" v="635" actId="165"/>
          <ac:spMkLst>
            <pc:docMk/>
            <pc:sldMk cId="617751936" sldId="469"/>
            <ac:spMk id="42" creationId="{A63F01C9-4024-4AB2-5FB0-BE41D68CC59F}"/>
          </ac:spMkLst>
        </pc:spChg>
        <pc:spChg chg="mod topLvl">
          <ac:chgData name="Maloth Karthikeya" userId="86a58276-83c3-4039-8ba3-9628beaae997" providerId="ADAL" clId="{4203298A-11C3-42BF-9E24-3A33232D1292}" dt="2025-11-19T09:23:13.355" v="658" actId="255"/>
          <ac:spMkLst>
            <pc:docMk/>
            <pc:sldMk cId="617751936" sldId="469"/>
            <ac:spMk id="45" creationId="{A5096C97-94AB-2D05-B00E-9512C0450152}"/>
          </ac:spMkLst>
        </pc:spChg>
        <pc:spChg chg="mod topLvl">
          <ac:chgData name="Maloth Karthikeya" userId="86a58276-83c3-4039-8ba3-9628beaae997" providerId="ADAL" clId="{4203298A-11C3-42BF-9E24-3A33232D1292}" dt="2025-11-19T08:50:47.499" v="635" actId="165"/>
          <ac:spMkLst>
            <pc:docMk/>
            <pc:sldMk cId="617751936" sldId="469"/>
            <ac:spMk id="46" creationId="{E1CA1697-0EA0-6A6E-28D9-515A6904FD7F}"/>
          </ac:spMkLst>
        </pc:spChg>
        <pc:spChg chg="mod topLvl">
          <ac:chgData name="Maloth Karthikeya" userId="86a58276-83c3-4039-8ba3-9628beaae997" providerId="ADAL" clId="{4203298A-11C3-42BF-9E24-3A33232D1292}" dt="2025-11-19T08:50:47.499" v="635" actId="165"/>
          <ac:spMkLst>
            <pc:docMk/>
            <pc:sldMk cId="617751936" sldId="469"/>
            <ac:spMk id="50" creationId="{D611959F-2E09-B9FB-B9CE-C1A792750801}"/>
          </ac:spMkLst>
        </pc:spChg>
        <pc:spChg chg="mod topLvl">
          <ac:chgData name="Maloth Karthikeya" userId="86a58276-83c3-4039-8ba3-9628beaae997" providerId="ADAL" clId="{4203298A-11C3-42BF-9E24-3A33232D1292}" dt="2025-11-19T08:50:47.499" v="635" actId="165"/>
          <ac:spMkLst>
            <pc:docMk/>
            <pc:sldMk cId="617751936" sldId="469"/>
            <ac:spMk id="53" creationId="{5E2A0803-3123-C743-9038-651E6B5FE3A2}"/>
          </ac:spMkLst>
        </pc:spChg>
        <pc:spChg chg="mod">
          <ac:chgData name="Maloth Karthikeya" userId="86a58276-83c3-4039-8ba3-9628beaae997" providerId="ADAL" clId="{4203298A-11C3-42BF-9E24-3A33232D1292}" dt="2025-11-19T12:46:43.044" v="1118" actId="20577"/>
          <ac:spMkLst>
            <pc:docMk/>
            <pc:sldMk cId="617751936" sldId="469"/>
            <ac:spMk id="56" creationId="{6C1752BF-7425-FC80-B0C8-22B43859E53C}"/>
          </ac:spMkLst>
        </pc:spChg>
        <pc:spChg chg="mod">
          <ac:chgData name="Maloth Karthikeya" userId="86a58276-83c3-4039-8ba3-9628beaae997" providerId="ADAL" clId="{4203298A-11C3-42BF-9E24-3A33232D1292}" dt="2025-11-19T12:47:11.326" v="1193" actId="20577"/>
          <ac:spMkLst>
            <pc:docMk/>
            <pc:sldMk cId="617751936" sldId="469"/>
            <ac:spMk id="58" creationId="{9252D2FB-5864-18FE-1465-2A88535A9E16}"/>
          </ac:spMkLst>
        </pc:spChg>
        <pc:spChg chg="add del mod topLvl">
          <ac:chgData name="Maloth Karthikeya" userId="86a58276-83c3-4039-8ba3-9628beaae997" providerId="ADAL" clId="{4203298A-11C3-42BF-9E24-3A33232D1292}" dt="2025-11-19T12:46:21.508" v="1071" actId="478"/>
          <ac:spMkLst>
            <pc:docMk/>
            <pc:sldMk cId="617751936" sldId="469"/>
            <ac:spMk id="59" creationId="{D25A30B2-9043-F290-6320-68071CF88C07}"/>
          </ac:spMkLst>
        </pc:spChg>
        <pc:spChg chg="add del mod">
          <ac:chgData name="Maloth Karthikeya" userId="86a58276-83c3-4039-8ba3-9628beaae997" providerId="ADAL" clId="{4203298A-11C3-42BF-9E24-3A33232D1292}" dt="2025-11-19T12:47:00.434" v="1152" actId="20577"/>
          <ac:spMkLst>
            <pc:docMk/>
            <pc:sldMk cId="617751936" sldId="469"/>
            <ac:spMk id="60" creationId="{501D8472-F80C-7352-A92C-76CA743257D8}"/>
          </ac:spMkLst>
        </pc:spChg>
        <pc:spChg chg="add del mod">
          <ac:chgData name="Maloth Karthikeya" userId="86a58276-83c3-4039-8ba3-9628beaae997" providerId="ADAL" clId="{4203298A-11C3-42BF-9E24-3A33232D1292}" dt="2025-11-19T12:46:17.460" v="1065" actId="1076"/>
          <ac:spMkLst>
            <pc:docMk/>
            <pc:sldMk cId="617751936" sldId="469"/>
            <ac:spMk id="62" creationId="{D18E51D0-2BAC-4137-C9A7-07C2723EDF8D}"/>
          </ac:spMkLst>
        </pc:spChg>
        <pc:graphicFrameChg chg="add mod modGraphic">
          <ac:chgData name="Maloth Karthikeya" userId="86a58276-83c3-4039-8ba3-9628beaae997" providerId="ADAL" clId="{4203298A-11C3-42BF-9E24-3A33232D1292}" dt="2025-11-19T08:44:05.794" v="563"/>
          <ac:graphicFrameMkLst>
            <pc:docMk/>
            <pc:sldMk cId="617751936" sldId="469"/>
            <ac:graphicFrameMk id="6" creationId="{132EBE68-3E47-7774-17E0-FE4BC13360F4}"/>
          </ac:graphicFrameMkLst>
        </pc:graphicFrameChg>
      </pc:sldChg>
      <pc:sldChg chg="addSp delSp modSp add del mod ord modAnim">
        <pc:chgData name="Maloth Karthikeya" userId="86a58276-83c3-4039-8ba3-9628beaae997" providerId="ADAL" clId="{4203298A-11C3-42BF-9E24-3A33232D1292}" dt="2025-11-20T12:19:22.768" v="1979" actId="47"/>
        <pc:sldMkLst>
          <pc:docMk/>
          <pc:sldMk cId="1992109852" sldId="470"/>
        </pc:sldMkLst>
        <pc:spChg chg="mod">
          <ac:chgData name="Maloth Karthikeya" userId="86a58276-83c3-4039-8ba3-9628beaae997" providerId="ADAL" clId="{4203298A-11C3-42BF-9E24-3A33232D1292}" dt="2025-11-19T11:33:40.772" v="803" actId="255"/>
          <ac:spMkLst>
            <pc:docMk/>
            <pc:sldMk cId="1992109852" sldId="470"/>
            <ac:spMk id="3" creationId="{A006CEA0-ECF5-DB99-108A-083406EA3C57}"/>
          </ac:spMkLst>
        </pc:spChg>
        <pc:spChg chg="add mod">
          <ac:chgData name="Maloth Karthikeya" userId="86a58276-83c3-4039-8ba3-9628beaae997" providerId="ADAL" clId="{4203298A-11C3-42BF-9E24-3A33232D1292}" dt="2025-11-19T12:17:32.902" v="808" actId="14100"/>
          <ac:spMkLst>
            <pc:docMk/>
            <pc:sldMk cId="1992109852" sldId="470"/>
            <ac:spMk id="8" creationId="{9A915F56-6271-8912-47D3-F589FACF3505}"/>
          </ac:spMkLst>
        </pc:spChg>
        <pc:grpChg chg="mod">
          <ac:chgData name="Maloth Karthikeya" userId="86a58276-83c3-4039-8ba3-9628beaae997" providerId="ADAL" clId="{4203298A-11C3-42BF-9E24-3A33232D1292}" dt="2025-11-19T12:26:31.419" v="870" actId="1076"/>
          <ac:grpSpMkLst>
            <pc:docMk/>
            <pc:sldMk cId="1992109852" sldId="470"/>
            <ac:grpSpMk id="14" creationId="{D712D86D-5C0F-25F4-2115-F6E70FB57B1D}"/>
          </ac:grpSpMkLst>
        </pc:grpChg>
        <pc:graphicFrameChg chg="add del mod modGraphic">
          <ac:chgData name="Maloth Karthikeya" userId="86a58276-83c3-4039-8ba3-9628beaae997" providerId="ADAL" clId="{4203298A-11C3-42BF-9E24-3A33232D1292}" dt="2025-11-19T12:26:08.278" v="869" actId="2711"/>
          <ac:graphicFrameMkLst>
            <pc:docMk/>
            <pc:sldMk cId="1992109852" sldId="470"/>
            <ac:graphicFrameMk id="4" creationId="{DAECF814-F463-1358-E83D-41F867E35DB8}"/>
          </ac:graphicFrameMkLst>
        </pc:graphicFrameChg>
      </pc:sldChg>
      <pc:sldChg chg="addSp delSp modSp add del mod modAnim">
        <pc:chgData name="Maloth Karthikeya" userId="86a58276-83c3-4039-8ba3-9628beaae997" providerId="ADAL" clId="{4203298A-11C3-42BF-9E24-3A33232D1292}" dt="2025-11-19T09:49:46.151" v="673" actId="2696"/>
        <pc:sldMkLst>
          <pc:docMk/>
          <pc:sldMk cId="2461793636" sldId="470"/>
        </pc:sldMkLst>
        <pc:spChg chg="mod">
          <ac:chgData name="Maloth Karthikeya" userId="86a58276-83c3-4039-8ba3-9628beaae997" providerId="ADAL" clId="{4203298A-11C3-42BF-9E24-3A33232D1292}" dt="2025-11-19T09:34:53.287" v="664" actId="27636"/>
          <ac:spMkLst>
            <pc:docMk/>
            <pc:sldMk cId="2461793636" sldId="470"/>
            <ac:spMk id="3" creationId="{925307F4-DF6E-96B3-9B49-89BB6DEA00A8}"/>
          </ac:spMkLst>
        </pc:spChg>
        <pc:spChg chg="add del mod">
          <ac:chgData name="Maloth Karthikeya" userId="86a58276-83c3-4039-8ba3-9628beaae997" providerId="ADAL" clId="{4203298A-11C3-42BF-9E24-3A33232D1292}" dt="2025-11-19T09:36:50.351" v="670" actId="478"/>
          <ac:spMkLst>
            <pc:docMk/>
            <pc:sldMk cId="2461793636" sldId="470"/>
            <ac:spMk id="8" creationId="{003C0EC8-0C9F-ED9C-DB38-E7213BD9470C}"/>
          </ac:spMkLst>
        </pc:spChg>
        <pc:spChg chg="add del mod">
          <ac:chgData name="Maloth Karthikeya" userId="86a58276-83c3-4039-8ba3-9628beaae997" providerId="ADAL" clId="{4203298A-11C3-42BF-9E24-3A33232D1292}" dt="2025-11-19T09:37:23.946" v="672" actId="478"/>
          <ac:spMkLst>
            <pc:docMk/>
            <pc:sldMk cId="2461793636" sldId="470"/>
            <ac:spMk id="15" creationId="{6A136819-4962-D4B4-FEEA-AA3A901D34D8}"/>
          </ac:spMkLst>
        </pc:spChg>
        <pc:graphicFrameChg chg="add del mod">
          <ac:chgData name="Maloth Karthikeya" userId="86a58276-83c3-4039-8ba3-9628beaae997" providerId="ADAL" clId="{4203298A-11C3-42BF-9E24-3A33232D1292}" dt="2025-11-19T09:36:50.351" v="670" actId="478"/>
          <ac:graphicFrameMkLst>
            <pc:docMk/>
            <pc:sldMk cId="2461793636" sldId="470"/>
            <ac:graphicFrameMk id="6" creationId="{00A8D8D2-C85C-305E-1A16-7FACDC122727}"/>
          </ac:graphicFrameMkLst>
        </pc:graphicFrameChg>
        <pc:graphicFrameChg chg="add del mod">
          <ac:chgData name="Maloth Karthikeya" userId="86a58276-83c3-4039-8ba3-9628beaae997" providerId="ADAL" clId="{4203298A-11C3-42BF-9E24-3A33232D1292}" dt="2025-11-19T09:37:23.946" v="672" actId="478"/>
          <ac:graphicFrameMkLst>
            <pc:docMk/>
            <pc:sldMk cId="2461793636" sldId="470"/>
            <ac:graphicFrameMk id="13" creationId="{C16EAEEF-232A-BFE0-44D5-9A9F2BF1925B}"/>
          </ac:graphicFrameMkLst>
        </pc:graphicFrameChg>
        <pc:picChg chg="add del mod">
          <ac:chgData name="Maloth Karthikeya" userId="86a58276-83c3-4039-8ba3-9628beaae997" providerId="ADAL" clId="{4203298A-11C3-42BF-9E24-3A33232D1292}" dt="2025-11-19T09:35:22.780" v="666" actId="478"/>
          <ac:picMkLst>
            <pc:docMk/>
            <pc:sldMk cId="2461793636" sldId="470"/>
            <ac:picMk id="4" creationId="{09CC6ED5-3204-AB80-B638-3899BECD6960}"/>
          </ac:picMkLst>
        </pc:picChg>
      </pc:sldChg>
      <pc:sldChg chg="addSp delSp modSp add mod ord delAnim">
        <pc:chgData name="Maloth Karthikeya" userId="86a58276-83c3-4039-8ba3-9628beaae997" providerId="ADAL" clId="{4203298A-11C3-42BF-9E24-3A33232D1292}" dt="2025-11-20T14:21:44.348" v="3237" actId="20577"/>
        <pc:sldMkLst>
          <pc:docMk/>
          <pc:sldMk cId="3987110126" sldId="470"/>
        </pc:sldMkLst>
        <pc:spChg chg="del mod">
          <ac:chgData name="Maloth Karthikeya" userId="86a58276-83c3-4039-8ba3-9628beaae997" providerId="ADAL" clId="{4203298A-11C3-42BF-9E24-3A33232D1292}" dt="2025-11-20T13:32:01.762" v="2268" actId="478"/>
          <ac:spMkLst>
            <pc:docMk/>
            <pc:sldMk cId="3987110126" sldId="470"/>
            <ac:spMk id="2" creationId="{1CA79D7B-86A8-C5B2-CF86-D64DE93F49A9}"/>
          </ac:spMkLst>
        </pc:spChg>
        <pc:spChg chg="del mod">
          <ac:chgData name="Maloth Karthikeya" userId="86a58276-83c3-4039-8ba3-9628beaae997" providerId="ADAL" clId="{4203298A-11C3-42BF-9E24-3A33232D1292}" dt="2025-11-20T14:18:45.970" v="3158" actId="478"/>
          <ac:spMkLst>
            <pc:docMk/>
            <pc:sldMk cId="3987110126" sldId="470"/>
            <ac:spMk id="3" creationId="{550A05EE-729E-A1C5-CC86-DA221E9DEE06}"/>
          </ac:spMkLst>
        </pc:spChg>
        <pc:spChg chg="add mod">
          <ac:chgData name="Maloth Karthikeya" userId="86a58276-83c3-4039-8ba3-9628beaae997" providerId="ADAL" clId="{4203298A-11C3-42BF-9E24-3A33232D1292}" dt="2025-11-20T13:32:06.884" v="2269" actId="1076"/>
          <ac:spMkLst>
            <pc:docMk/>
            <pc:sldMk cId="3987110126" sldId="470"/>
            <ac:spMk id="6" creationId="{10B864B4-8A3E-F5F5-AD55-105CF4D2BDA2}"/>
          </ac:spMkLst>
        </pc:spChg>
        <pc:spChg chg="add mod">
          <ac:chgData name="Maloth Karthikeya" userId="86a58276-83c3-4039-8ba3-9628beaae997" providerId="ADAL" clId="{4203298A-11C3-42BF-9E24-3A33232D1292}" dt="2025-11-20T13:45:52.346" v="2585" actId="2711"/>
          <ac:spMkLst>
            <pc:docMk/>
            <pc:sldMk cId="3987110126" sldId="470"/>
            <ac:spMk id="7" creationId="{D444988C-FE77-E71D-C096-7F116C57F472}"/>
          </ac:spMkLst>
        </pc:spChg>
        <pc:spChg chg="add mod">
          <ac:chgData name="Maloth Karthikeya" userId="86a58276-83c3-4039-8ba3-9628beaae997" providerId="ADAL" clId="{4203298A-11C3-42BF-9E24-3A33232D1292}" dt="2025-11-20T13:42:54.595" v="2543" actId="20577"/>
          <ac:spMkLst>
            <pc:docMk/>
            <pc:sldMk cId="3987110126" sldId="470"/>
            <ac:spMk id="9" creationId="{7DC247BD-F9A2-6097-DD41-45C6A2B40EDE}"/>
          </ac:spMkLst>
        </pc:spChg>
        <pc:spChg chg="add mod">
          <ac:chgData name="Maloth Karthikeya" userId="86a58276-83c3-4039-8ba3-9628beaae997" providerId="ADAL" clId="{4203298A-11C3-42BF-9E24-3A33232D1292}" dt="2025-11-20T14:21:44.348" v="3237" actId="20577"/>
          <ac:spMkLst>
            <pc:docMk/>
            <pc:sldMk cId="3987110126" sldId="470"/>
            <ac:spMk id="12" creationId="{F6A0B81D-A508-828C-A8D3-2C5AAF492413}"/>
          </ac:spMkLst>
        </pc:spChg>
        <pc:spChg chg="del mod">
          <ac:chgData name="Maloth Karthikeya" userId="86a58276-83c3-4039-8ba3-9628beaae997" providerId="ADAL" clId="{4203298A-11C3-42BF-9E24-3A33232D1292}" dt="2025-11-20T13:20:01.922" v="2110" actId="478"/>
          <ac:spMkLst>
            <pc:docMk/>
            <pc:sldMk cId="3987110126" sldId="470"/>
            <ac:spMk id="14" creationId="{A18C390A-4D38-D080-78F6-6F40BA57D38E}"/>
          </ac:spMkLst>
        </pc:spChg>
        <pc:picChg chg="add del mod">
          <ac:chgData name="Maloth Karthikeya" userId="86a58276-83c3-4039-8ba3-9628beaae997" providerId="ADAL" clId="{4203298A-11C3-42BF-9E24-3A33232D1292}" dt="2025-11-20T14:00:56.441" v="2620" actId="478"/>
          <ac:picMkLst>
            <pc:docMk/>
            <pc:sldMk cId="3987110126" sldId="470"/>
            <ac:picMk id="5" creationId="{4895903D-9543-E746-5BEC-1D8AA39496BF}"/>
          </ac:picMkLst>
        </pc:picChg>
        <pc:picChg chg="del">
          <ac:chgData name="Maloth Karthikeya" userId="86a58276-83c3-4039-8ba3-9628beaae997" providerId="ADAL" clId="{4203298A-11C3-42BF-9E24-3A33232D1292}" dt="2025-11-20T13:19:51.763" v="2023" actId="478"/>
          <ac:picMkLst>
            <pc:docMk/>
            <pc:sldMk cId="3987110126" sldId="470"/>
            <ac:picMk id="8" creationId="{10575DBE-423D-4E8B-8F26-135CB66508CC}"/>
          </ac:picMkLst>
        </pc:picChg>
        <pc:picChg chg="add mod">
          <ac:chgData name="Maloth Karthikeya" userId="86a58276-83c3-4039-8ba3-9628beaae997" providerId="ADAL" clId="{4203298A-11C3-42BF-9E24-3A33232D1292}" dt="2025-11-20T14:01:12.054" v="2625" actId="1076"/>
          <ac:picMkLst>
            <pc:docMk/>
            <pc:sldMk cId="3987110126" sldId="470"/>
            <ac:picMk id="11" creationId="{BA7BAEA9-5335-ADBB-A1F2-2168937B664A}"/>
          </ac:picMkLst>
        </pc:picChg>
      </pc:sldChg>
    </pc:docChg>
  </pc:docChgLst>
  <pc:docChgLst>
    <pc:chgData name="Karthikeya Maloth" userId="731837ddba21426d" providerId="LiveId" clId="{4203298A-11C3-42BF-9E24-3A33232D1292}"/>
    <pc:docChg chg="undo custSel addSld delSld modSld sldOrd modMainMaster modNotesMaster">
      <pc:chgData name="Karthikeya Maloth" userId="731837ddba21426d" providerId="LiveId" clId="{4203298A-11C3-42BF-9E24-3A33232D1292}" dt="2025-11-18T07:43:58.362" v="10789" actId="20577"/>
      <pc:docMkLst>
        <pc:docMk/>
      </pc:docMkLst>
      <pc:sldChg chg="addSp delSp modSp mod modNotes">
        <pc:chgData name="Karthikeya Maloth" userId="731837ddba21426d" providerId="LiveId" clId="{4203298A-11C3-42BF-9E24-3A33232D1292}" dt="2025-11-18T06:11:12.289" v="10490" actId="1076"/>
        <pc:sldMkLst>
          <pc:docMk/>
          <pc:sldMk cId="109857222" sldId="256"/>
        </pc:sldMkLst>
        <pc:spChg chg="mod">
          <ac:chgData name="Karthikeya Maloth" userId="731837ddba21426d" providerId="LiveId" clId="{4203298A-11C3-42BF-9E24-3A33232D1292}" dt="2025-11-16T05:49:52.390" v="7689"/>
          <ac:spMkLst>
            <pc:docMk/>
            <pc:sldMk cId="109857222" sldId="256"/>
            <ac:spMk id="5" creationId="{877E303A-BD15-96CF-77FE-9F661A2AC1C7}"/>
          </ac:spMkLst>
        </pc:spChg>
        <pc:spChg chg="mod">
          <ac:chgData name="Karthikeya Maloth" userId="731837ddba21426d" providerId="LiveId" clId="{4203298A-11C3-42BF-9E24-3A33232D1292}" dt="2025-11-18T06:11:12.289" v="10490" actId="1076"/>
          <ac:spMkLst>
            <pc:docMk/>
            <pc:sldMk cId="109857222" sldId="256"/>
            <ac:spMk id="7" creationId="{F3A6E530-3533-6F8B-8A85-BE8C372BF76A}"/>
          </ac:spMkLst>
        </pc:spChg>
        <pc:spChg chg="mod">
          <ac:chgData name="Karthikeya Maloth" userId="731837ddba21426d" providerId="LiveId" clId="{4203298A-11C3-42BF-9E24-3A33232D1292}" dt="2025-11-16T05:49:52.390" v="7689"/>
          <ac:spMkLst>
            <pc:docMk/>
            <pc:sldMk cId="109857222" sldId="256"/>
            <ac:spMk id="8" creationId="{16955296-E032-75AF-89BC-E9B7E44E065A}"/>
          </ac:spMkLst>
        </pc:spChg>
        <pc:spChg chg="add del mod">
          <ac:chgData name="Karthikeya Maloth" userId="731837ddba21426d" providerId="LiveId" clId="{4203298A-11C3-42BF-9E24-3A33232D1292}" dt="2025-11-16T05:49:52.390" v="7689"/>
          <ac:spMkLst>
            <pc:docMk/>
            <pc:sldMk cId="109857222" sldId="256"/>
            <ac:spMk id="9" creationId="{F0053EA0-BE86-C154-1006-120B30123CF0}"/>
          </ac:spMkLst>
        </pc:spChg>
        <pc:spChg chg="add mod">
          <ac:chgData name="Karthikeya Maloth" userId="731837ddba21426d" providerId="LiveId" clId="{4203298A-11C3-42BF-9E24-3A33232D1292}" dt="2025-11-16T05:49:52.390" v="7689"/>
          <ac:spMkLst>
            <pc:docMk/>
            <pc:sldMk cId="109857222" sldId="256"/>
            <ac:spMk id="10" creationId="{39E44ECA-37E7-D102-E41A-52B91C180EDA}"/>
          </ac:spMkLst>
        </pc:spChg>
        <pc:picChg chg="mod">
          <ac:chgData name="Karthikeya Maloth" userId="731837ddba21426d" providerId="LiveId" clId="{4203298A-11C3-42BF-9E24-3A33232D1292}" dt="2025-11-16T05:49:52.390" v="7689"/>
          <ac:picMkLst>
            <pc:docMk/>
            <pc:sldMk cId="109857222" sldId="256"/>
            <ac:picMk id="3" creationId="{2BED5F81-D6C0-6601-2F99-22984C5FF14F}"/>
          </ac:picMkLst>
        </pc:picChg>
        <pc:picChg chg="mod">
          <ac:chgData name="Karthikeya Maloth" userId="731837ddba21426d" providerId="LiveId" clId="{4203298A-11C3-42BF-9E24-3A33232D1292}" dt="2025-11-16T05:49:52.390" v="7689"/>
          <ac:picMkLst>
            <pc:docMk/>
            <pc:sldMk cId="109857222" sldId="256"/>
            <ac:picMk id="6" creationId="{4AA9B830-0ACB-DE40-E304-AD152891E92A}"/>
          </ac:picMkLst>
        </pc:picChg>
        <pc:picChg chg="mod">
          <ac:chgData name="Karthikeya Maloth" userId="731837ddba21426d" providerId="LiveId" clId="{4203298A-11C3-42BF-9E24-3A33232D1292}" dt="2025-11-18T06:11:03.121" v="10489" actId="1076"/>
          <ac:picMkLst>
            <pc:docMk/>
            <pc:sldMk cId="109857222" sldId="256"/>
            <ac:picMk id="55" creationId="{DD420A96-CBBB-3491-F353-A38E754BE731}"/>
          </ac:picMkLst>
        </pc:picChg>
      </pc:sldChg>
      <pc:sldChg chg="addSp delSp modSp mod ord delAnim modAnim">
        <pc:chgData name="Karthikeya Maloth" userId="731837ddba21426d" providerId="LiveId" clId="{4203298A-11C3-42BF-9E24-3A33232D1292}" dt="2025-11-16T12:59:50.150" v="9916" actId="27636"/>
        <pc:sldMkLst>
          <pc:docMk/>
          <pc:sldMk cId="4117450042" sldId="439"/>
        </pc:sldMkLst>
        <pc:spChg chg="mod">
          <ac:chgData name="Karthikeya Maloth" userId="731837ddba21426d" providerId="LiveId" clId="{4203298A-11C3-42BF-9E24-3A33232D1292}" dt="2025-11-16T05:49:52.390" v="7689"/>
          <ac:spMkLst>
            <pc:docMk/>
            <pc:sldMk cId="4117450042" sldId="439"/>
            <ac:spMk id="2" creationId="{67B91C9F-EC3B-5C18-15A4-F4B652AE16B1}"/>
          </ac:spMkLst>
        </pc:spChg>
        <pc:spChg chg="mod">
          <ac:chgData name="Karthikeya Maloth" userId="731837ddba21426d" providerId="LiveId" clId="{4203298A-11C3-42BF-9E24-3A33232D1292}" dt="2025-11-16T12:59:50.150" v="9916" actId="27636"/>
          <ac:spMkLst>
            <pc:docMk/>
            <pc:sldMk cId="4117450042" sldId="439"/>
            <ac:spMk id="3" creationId="{E3F1EC50-A119-BDE4-C2F5-6E01BF3A9AB6}"/>
          </ac:spMkLst>
        </pc:spChg>
        <pc:spChg chg="mod">
          <ac:chgData name="Karthikeya Maloth" userId="731837ddba21426d" providerId="LiveId" clId="{4203298A-11C3-42BF-9E24-3A33232D1292}" dt="2025-11-16T05:49:52.390" v="7689"/>
          <ac:spMkLst>
            <pc:docMk/>
            <pc:sldMk cId="4117450042" sldId="439"/>
            <ac:spMk id="7" creationId="{2DB17460-D2F6-C5EF-3679-B05955912AC8}"/>
          </ac:spMkLst>
        </pc:spChg>
        <pc:spChg chg="mod">
          <ac:chgData name="Karthikeya Maloth" userId="731837ddba21426d" providerId="LiveId" clId="{4203298A-11C3-42BF-9E24-3A33232D1292}" dt="2025-11-16T05:49:52.390" v="7689"/>
          <ac:spMkLst>
            <pc:docMk/>
            <pc:sldMk cId="4117450042" sldId="439"/>
            <ac:spMk id="9" creationId="{7B4A89AF-A7C5-C826-17D3-6698341A5853}"/>
          </ac:spMkLst>
        </pc:spChg>
        <pc:spChg chg="add mod">
          <ac:chgData name="Karthikeya Maloth" userId="731837ddba21426d" providerId="LiveId" clId="{4203298A-11C3-42BF-9E24-3A33232D1292}" dt="2025-11-16T09:30:18.414" v="8113" actId="1076"/>
          <ac:spMkLst>
            <pc:docMk/>
            <pc:sldMk cId="4117450042" sldId="439"/>
            <ac:spMk id="12" creationId="{1B3A2888-9227-2F1D-26E1-8230CF0CB309}"/>
          </ac:spMkLst>
        </pc:spChg>
        <pc:grpChg chg="add mod">
          <ac:chgData name="Karthikeya Maloth" userId="731837ddba21426d" providerId="LiveId" clId="{4203298A-11C3-42BF-9E24-3A33232D1292}" dt="2025-11-16T09:30:37.856" v="8116" actId="1076"/>
          <ac:grpSpMkLst>
            <pc:docMk/>
            <pc:sldMk cId="4117450042" sldId="439"/>
            <ac:grpSpMk id="14" creationId="{EC99F2A8-F66C-B4E8-63B7-50A8C4B95653}"/>
          </ac:grpSpMkLst>
        </pc:grpChg>
        <pc:picChg chg="mod">
          <ac:chgData name="Karthikeya Maloth" userId="731837ddba21426d" providerId="LiveId" clId="{4203298A-11C3-42BF-9E24-3A33232D1292}" dt="2025-11-16T05:49:52.390" v="7689"/>
          <ac:picMkLst>
            <pc:docMk/>
            <pc:sldMk cId="4117450042" sldId="439"/>
            <ac:picMk id="10" creationId="{3BB0FDE0-C271-C85D-BEA2-F5A2426098BE}"/>
          </ac:picMkLst>
        </pc:picChg>
        <pc:picChg chg="add mod">
          <ac:chgData name="Karthikeya Maloth" userId="731837ddba21426d" providerId="LiveId" clId="{4203298A-11C3-42BF-9E24-3A33232D1292}" dt="2025-11-16T09:29:46.513" v="8109" actId="164"/>
          <ac:picMkLst>
            <pc:docMk/>
            <pc:sldMk cId="4117450042" sldId="439"/>
            <ac:picMk id="11" creationId="{167F8AF0-C963-FDD7-3565-E4F4E9F40C5C}"/>
          </ac:picMkLst>
        </pc:picChg>
      </pc:sldChg>
      <pc:sldChg chg="addSp delSp modSp mod delAnim modAnim">
        <pc:chgData name="Karthikeya Maloth" userId="731837ddba21426d" providerId="LiveId" clId="{4203298A-11C3-42BF-9E24-3A33232D1292}" dt="2025-11-17T05:40:30.164" v="10255" actId="20577"/>
        <pc:sldMkLst>
          <pc:docMk/>
          <pc:sldMk cId="1887193089" sldId="440"/>
        </pc:sldMkLst>
        <pc:spChg chg="mod">
          <ac:chgData name="Karthikeya Maloth" userId="731837ddba21426d" providerId="LiveId" clId="{4203298A-11C3-42BF-9E24-3A33232D1292}" dt="2025-11-16T05:49:52.390" v="7689"/>
          <ac:spMkLst>
            <pc:docMk/>
            <pc:sldMk cId="1887193089" sldId="440"/>
            <ac:spMk id="2" creationId="{8A82DE87-3F91-F844-5305-C1E88F7F6A0E}"/>
          </ac:spMkLst>
        </pc:spChg>
        <pc:spChg chg="mod">
          <ac:chgData name="Karthikeya Maloth" userId="731837ddba21426d" providerId="LiveId" clId="{4203298A-11C3-42BF-9E24-3A33232D1292}" dt="2025-11-16T13:00:08.028" v="9918" actId="255"/>
          <ac:spMkLst>
            <pc:docMk/>
            <pc:sldMk cId="1887193089" sldId="440"/>
            <ac:spMk id="3" creationId="{07BAF262-5EB0-2966-2D83-2DB1D4DDF228}"/>
          </ac:spMkLst>
        </pc:spChg>
        <pc:spChg chg="add mod">
          <ac:chgData name="Karthikeya Maloth" userId="731837ddba21426d" providerId="LiveId" clId="{4203298A-11C3-42BF-9E24-3A33232D1292}" dt="2025-11-16T13:00:02.631" v="9917" actId="255"/>
          <ac:spMkLst>
            <pc:docMk/>
            <pc:sldMk cId="1887193089" sldId="440"/>
            <ac:spMk id="6" creationId="{810F7FD4-BC8F-5A14-1F90-BBAB60275D59}"/>
          </ac:spMkLst>
        </pc:spChg>
        <pc:spChg chg="add del mod">
          <ac:chgData name="Karthikeya Maloth" userId="731837ddba21426d" providerId="LiveId" clId="{4203298A-11C3-42BF-9E24-3A33232D1292}" dt="2025-11-16T05:49:52.390" v="7689"/>
          <ac:spMkLst>
            <pc:docMk/>
            <pc:sldMk cId="1887193089" sldId="440"/>
            <ac:spMk id="7" creationId="{B92AF7ED-1190-128D-B4AB-58A9639FFB48}"/>
          </ac:spMkLst>
        </pc:spChg>
        <pc:spChg chg="add mod">
          <ac:chgData name="Karthikeya Maloth" userId="731837ddba21426d" providerId="LiveId" clId="{4203298A-11C3-42BF-9E24-3A33232D1292}" dt="2025-11-17T05:40:26.648" v="10254" actId="20577"/>
          <ac:spMkLst>
            <pc:docMk/>
            <pc:sldMk cId="1887193089" sldId="440"/>
            <ac:spMk id="8" creationId="{FA907D70-B719-1FBA-EAAB-21E2C221DA2D}"/>
          </ac:spMkLst>
        </pc:spChg>
        <pc:spChg chg="mod">
          <ac:chgData name="Karthikeya Maloth" userId="731837ddba21426d" providerId="LiveId" clId="{4203298A-11C3-42BF-9E24-3A33232D1292}" dt="2025-11-16T05:49:52.390" v="7689"/>
          <ac:spMkLst>
            <pc:docMk/>
            <pc:sldMk cId="1887193089" sldId="440"/>
            <ac:spMk id="9" creationId="{2E7C3B58-3ECE-C36F-6E6D-3A2832066AB6}"/>
          </ac:spMkLst>
        </pc:spChg>
        <pc:spChg chg="add mod">
          <ac:chgData name="Karthikeya Maloth" userId="731837ddba21426d" providerId="LiveId" clId="{4203298A-11C3-42BF-9E24-3A33232D1292}" dt="2025-11-17T05:40:30.164" v="10255" actId="20577"/>
          <ac:spMkLst>
            <pc:docMk/>
            <pc:sldMk cId="1887193089" sldId="440"/>
            <ac:spMk id="12" creationId="{A3B61715-C07F-A028-4604-895CD1EFF338}"/>
          </ac:spMkLst>
        </pc:spChg>
        <pc:picChg chg="mod">
          <ac:chgData name="Karthikeya Maloth" userId="731837ddba21426d" providerId="LiveId" clId="{4203298A-11C3-42BF-9E24-3A33232D1292}" dt="2025-11-16T05:49:52.390" v="7689"/>
          <ac:picMkLst>
            <pc:docMk/>
            <pc:sldMk cId="1887193089" sldId="440"/>
            <ac:picMk id="10" creationId="{FFDD3A04-F247-2101-5DA2-C58B9086F05B}"/>
          </ac:picMkLst>
        </pc:picChg>
        <pc:picChg chg="add mod">
          <ac:chgData name="Karthikeya Maloth" userId="731837ddba21426d" providerId="LiveId" clId="{4203298A-11C3-42BF-9E24-3A33232D1292}" dt="2025-11-16T05:49:52.390" v="7689"/>
          <ac:picMkLst>
            <pc:docMk/>
            <pc:sldMk cId="1887193089" sldId="440"/>
            <ac:picMk id="13" creationId="{A034456B-4EC9-7569-7B0C-525068E390D6}"/>
          </ac:picMkLst>
        </pc:picChg>
        <pc:picChg chg="add mod">
          <ac:chgData name="Karthikeya Maloth" userId="731837ddba21426d" providerId="LiveId" clId="{4203298A-11C3-42BF-9E24-3A33232D1292}" dt="2025-11-06T06:21:02.795" v="3293" actId="1076"/>
          <ac:picMkLst>
            <pc:docMk/>
            <pc:sldMk cId="1887193089" sldId="440"/>
            <ac:picMk id="22" creationId="{323398A1-1D34-FE50-380C-89302FF7DA7F}"/>
          </ac:picMkLst>
        </pc:picChg>
      </pc:sldChg>
      <pc:sldChg chg="addSp delSp modSp mod delAnim modAnim">
        <pc:chgData name="Karthikeya Maloth" userId="731837ddba21426d" providerId="LiveId" clId="{4203298A-11C3-42BF-9E24-3A33232D1292}" dt="2025-11-17T05:40:49.531" v="10262" actId="20577"/>
        <pc:sldMkLst>
          <pc:docMk/>
          <pc:sldMk cId="3262525480" sldId="444"/>
        </pc:sldMkLst>
        <pc:spChg chg="add mod">
          <ac:chgData name="Karthikeya Maloth" userId="731837ddba21426d" providerId="LiveId" clId="{4203298A-11C3-42BF-9E24-3A33232D1292}" dt="2025-11-17T05:40:49.531" v="10262" actId="20577"/>
          <ac:spMkLst>
            <pc:docMk/>
            <pc:sldMk cId="3262525480" sldId="444"/>
            <ac:spMk id="2" creationId="{3E436BF8-2310-7AFE-5779-8E3D4D4C2B53}"/>
          </ac:spMkLst>
        </pc:spChg>
        <pc:spChg chg="mod">
          <ac:chgData name="Karthikeya Maloth" userId="731837ddba21426d" providerId="LiveId" clId="{4203298A-11C3-42BF-9E24-3A33232D1292}" dt="2025-11-16T05:49:52.390" v="7689"/>
          <ac:spMkLst>
            <pc:docMk/>
            <pc:sldMk cId="3262525480" sldId="444"/>
            <ac:spMk id="13" creationId="{67EA871D-8E32-FF01-C0A0-BC21DB5C6785}"/>
          </ac:spMkLst>
        </pc:spChg>
        <pc:spChg chg="mod">
          <ac:chgData name="Karthikeya Maloth" userId="731837ddba21426d" providerId="LiveId" clId="{4203298A-11C3-42BF-9E24-3A33232D1292}" dt="2025-11-16T13:00:47.313" v="9923" actId="20577"/>
          <ac:spMkLst>
            <pc:docMk/>
            <pc:sldMk cId="3262525480" sldId="444"/>
            <ac:spMk id="14" creationId="{F558A2D4-07AF-1850-AC39-D0983A8FC794}"/>
          </ac:spMkLst>
        </pc:spChg>
        <pc:spChg chg="mod">
          <ac:chgData name="Karthikeya Maloth" userId="731837ddba21426d" providerId="LiveId" clId="{4203298A-11C3-42BF-9E24-3A33232D1292}" dt="2025-11-16T05:49:52.390" v="7689"/>
          <ac:spMkLst>
            <pc:docMk/>
            <pc:sldMk cId="3262525480" sldId="444"/>
            <ac:spMk id="19" creationId="{03D46FE2-D081-C4F0-B357-9E18C904A7AE}"/>
          </ac:spMkLst>
        </pc:spChg>
        <pc:spChg chg="mod">
          <ac:chgData name="Karthikeya Maloth" userId="731837ddba21426d" providerId="LiveId" clId="{4203298A-11C3-42BF-9E24-3A33232D1292}" dt="2025-11-16T05:49:52.390" v="7689"/>
          <ac:spMkLst>
            <pc:docMk/>
            <pc:sldMk cId="3262525480" sldId="444"/>
            <ac:spMk id="23" creationId="{5B278275-B8AE-4549-CD85-0F07EE6A6DDC}"/>
          </ac:spMkLst>
        </pc:spChg>
        <pc:picChg chg="add mod">
          <ac:chgData name="Karthikeya Maloth" userId="731837ddba21426d" providerId="LiveId" clId="{4203298A-11C3-42BF-9E24-3A33232D1292}" dt="2025-11-16T05:49:52.390" v="7689"/>
          <ac:picMkLst>
            <pc:docMk/>
            <pc:sldMk cId="3262525480" sldId="444"/>
            <ac:picMk id="8" creationId="{B6E8E15E-0824-E312-41DE-DD4A9A59E3C5}"/>
          </ac:picMkLst>
        </pc:picChg>
        <pc:picChg chg="mod">
          <ac:chgData name="Karthikeya Maloth" userId="731837ddba21426d" providerId="LiveId" clId="{4203298A-11C3-42BF-9E24-3A33232D1292}" dt="2025-11-16T05:49:52.390" v="7689"/>
          <ac:picMkLst>
            <pc:docMk/>
            <pc:sldMk cId="3262525480" sldId="444"/>
            <ac:picMk id="20" creationId="{4698F928-86CE-0616-9598-4CC5744DA011}"/>
          </ac:picMkLst>
        </pc:picChg>
      </pc:sldChg>
      <pc:sldChg chg="addSp delSp modSp mod delAnim modAnim">
        <pc:chgData name="Karthikeya Maloth" userId="731837ddba21426d" providerId="LiveId" clId="{4203298A-11C3-42BF-9E24-3A33232D1292}" dt="2025-11-17T05:41:13.194" v="10270" actId="20577"/>
        <pc:sldMkLst>
          <pc:docMk/>
          <pc:sldMk cId="1436494457" sldId="445"/>
        </pc:sldMkLst>
        <pc:spChg chg="mod">
          <ac:chgData name="Karthikeya Maloth" userId="731837ddba21426d" providerId="LiveId" clId="{4203298A-11C3-42BF-9E24-3A33232D1292}" dt="2025-11-16T13:01:11.630" v="9926" actId="255"/>
          <ac:spMkLst>
            <pc:docMk/>
            <pc:sldMk cId="1436494457" sldId="445"/>
            <ac:spMk id="5" creationId="{54D868E0-EE21-4256-1663-4DEF717FA35A}"/>
          </ac:spMkLst>
        </pc:spChg>
        <pc:spChg chg="add mod">
          <ac:chgData name="Karthikeya Maloth" userId="731837ddba21426d" providerId="LiveId" clId="{4203298A-11C3-42BF-9E24-3A33232D1292}" dt="2025-11-17T05:41:13.194" v="10270" actId="20577"/>
          <ac:spMkLst>
            <pc:docMk/>
            <pc:sldMk cId="1436494457" sldId="445"/>
            <ac:spMk id="6" creationId="{374FC7B4-E739-9D29-16C0-A053C6A0D118}"/>
          </ac:spMkLst>
        </pc:spChg>
        <pc:spChg chg="add mod">
          <ac:chgData name="Karthikeya Maloth" userId="731837ddba21426d" providerId="LiveId" clId="{4203298A-11C3-42BF-9E24-3A33232D1292}" dt="2025-11-17T05:41:07.979" v="10267" actId="20577"/>
          <ac:spMkLst>
            <pc:docMk/>
            <pc:sldMk cId="1436494457" sldId="445"/>
            <ac:spMk id="9" creationId="{0CE16429-D912-CB08-78B7-BE5480D886D4}"/>
          </ac:spMkLst>
        </pc:spChg>
        <pc:spChg chg="mod">
          <ac:chgData name="Karthikeya Maloth" userId="731837ddba21426d" providerId="LiveId" clId="{4203298A-11C3-42BF-9E24-3A33232D1292}" dt="2025-11-16T05:49:52.390" v="7689"/>
          <ac:spMkLst>
            <pc:docMk/>
            <pc:sldMk cId="1436494457" sldId="445"/>
            <ac:spMk id="13" creationId="{4A08160A-816B-CAC7-676C-34EFB1CC81EF}"/>
          </ac:spMkLst>
        </pc:spChg>
        <pc:spChg chg="mod">
          <ac:chgData name="Karthikeya Maloth" userId="731837ddba21426d" providerId="LiveId" clId="{4203298A-11C3-42BF-9E24-3A33232D1292}" dt="2025-11-16T05:49:52.390" v="7689"/>
          <ac:spMkLst>
            <pc:docMk/>
            <pc:sldMk cId="1436494457" sldId="445"/>
            <ac:spMk id="19" creationId="{7DDAB08C-2FF8-0D9F-64BE-FE8DF7F2F51E}"/>
          </ac:spMkLst>
        </pc:spChg>
        <pc:spChg chg="mod">
          <ac:chgData name="Karthikeya Maloth" userId="731837ddba21426d" providerId="LiveId" clId="{4203298A-11C3-42BF-9E24-3A33232D1292}" dt="2025-11-16T05:49:52.390" v="7689"/>
          <ac:spMkLst>
            <pc:docMk/>
            <pc:sldMk cId="1436494457" sldId="445"/>
            <ac:spMk id="23" creationId="{5FD64104-622C-51D4-A4B4-F8A160793EEE}"/>
          </ac:spMkLst>
        </pc:spChg>
        <pc:picChg chg="add mod">
          <ac:chgData name="Karthikeya Maloth" userId="731837ddba21426d" providerId="LiveId" clId="{4203298A-11C3-42BF-9E24-3A33232D1292}" dt="2025-11-16T05:49:52.390" v="7689"/>
          <ac:picMkLst>
            <pc:docMk/>
            <pc:sldMk cId="1436494457" sldId="445"/>
            <ac:picMk id="4" creationId="{EF2F07F9-12F5-9CDD-67C2-7579573B6E30}"/>
          </ac:picMkLst>
        </pc:picChg>
        <pc:picChg chg="add mod">
          <ac:chgData name="Karthikeya Maloth" userId="731837ddba21426d" providerId="LiveId" clId="{4203298A-11C3-42BF-9E24-3A33232D1292}" dt="2025-11-16T05:49:52.390" v="7689"/>
          <ac:picMkLst>
            <pc:docMk/>
            <pc:sldMk cId="1436494457" sldId="445"/>
            <ac:picMk id="7" creationId="{7BF22E7A-7B99-726B-C9D9-7C8FE6A01BFF}"/>
          </ac:picMkLst>
        </pc:picChg>
        <pc:picChg chg="mod">
          <ac:chgData name="Karthikeya Maloth" userId="731837ddba21426d" providerId="LiveId" clId="{4203298A-11C3-42BF-9E24-3A33232D1292}" dt="2025-11-16T05:49:52.390" v="7689"/>
          <ac:picMkLst>
            <pc:docMk/>
            <pc:sldMk cId="1436494457" sldId="445"/>
            <ac:picMk id="20" creationId="{F4B00958-1864-469B-99DA-A1F17F2EDD35}"/>
          </ac:picMkLst>
        </pc:picChg>
      </pc:sldChg>
      <pc:sldChg chg="addSp delSp modSp mod addAnim delAnim modAnim">
        <pc:chgData name="Karthikeya Maloth" userId="731837ddba21426d" providerId="LiveId" clId="{4203298A-11C3-42BF-9E24-3A33232D1292}" dt="2025-11-17T05:40:58.975" v="10264" actId="20577"/>
        <pc:sldMkLst>
          <pc:docMk/>
          <pc:sldMk cId="1825565053" sldId="450"/>
        </pc:sldMkLst>
        <pc:spChg chg="mod">
          <ac:chgData name="Karthikeya Maloth" userId="731837ddba21426d" providerId="LiveId" clId="{4203298A-11C3-42BF-9E24-3A33232D1292}" dt="2025-11-16T13:01:00.131" v="9925" actId="255"/>
          <ac:spMkLst>
            <pc:docMk/>
            <pc:sldMk cId="1825565053" sldId="450"/>
            <ac:spMk id="5" creationId="{0F7F204B-5B22-D96D-F851-3ACA397DAD5F}"/>
          </ac:spMkLst>
        </pc:spChg>
        <pc:spChg chg="add del mod">
          <ac:chgData name="Karthikeya Maloth" userId="731837ddba21426d" providerId="LiveId" clId="{4203298A-11C3-42BF-9E24-3A33232D1292}" dt="2025-11-17T05:40:58.975" v="10264" actId="20577"/>
          <ac:spMkLst>
            <pc:docMk/>
            <pc:sldMk cId="1825565053" sldId="450"/>
            <ac:spMk id="8" creationId="{4BA21719-FFB3-8635-ECB9-9955E4DBECC2}"/>
          </ac:spMkLst>
        </pc:spChg>
        <pc:spChg chg="add mod">
          <ac:chgData name="Karthikeya Maloth" userId="731837ddba21426d" providerId="LiveId" clId="{4203298A-11C3-42BF-9E24-3A33232D1292}" dt="2025-11-16T13:00:54.627" v="9924" actId="255"/>
          <ac:spMkLst>
            <pc:docMk/>
            <pc:sldMk cId="1825565053" sldId="450"/>
            <ac:spMk id="10" creationId="{A52368E3-588D-25E3-6EAB-DDA9075E9244}"/>
          </ac:spMkLst>
        </pc:spChg>
        <pc:spChg chg="mod">
          <ac:chgData name="Karthikeya Maloth" userId="731837ddba21426d" providerId="LiveId" clId="{4203298A-11C3-42BF-9E24-3A33232D1292}" dt="2025-11-16T05:49:52.390" v="7689"/>
          <ac:spMkLst>
            <pc:docMk/>
            <pc:sldMk cId="1825565053" sldId="450"/>
            <ac:spMk id="13" creationId="{7E22852D-C73B-B13B-1B06-F8B378F84CC5}"/>
          </ac:spMkLst>
        </pc:spChg>
        <pc:spChg chg="mod">
          <ac:chgData name="Karthikeya Maloth" userId="731837ddba21426d" providerId="LiveId" clId="{4203298A-11C3-42BF-9E24-3A33232D1292}" dt="2025-11-16T05:49:52.390" v="7689"/>
          <ac:spMkLst>
            <pc:docMk/>
            <pc:sldMk cId="1825565053" sldId="450"/>
            <ac:spMk id="19" creationId="{B976C6E3-FD1B-9C9B-842F-11F837FA4D80}"/>
          </ac:spMkLst>
        </pc:spChg>
        <pc:spChg chg="mod">
          <ac:chgData name="Karthikeya Maloth" userId="731837ddba21426d" providerId="LiveId" clId="{4203298A-11C3-42BF-9E24-3A33232D1292}" dt="2025-11-16T05:49:52.390" v="7689"/>
          <ac:spMkLst>
            <pc:docMk/>
            <pc:sldMk cId="1825565053" sldId="450"/>
            <ac:spMk id="23" creationId="{DD5E14FC-CE56-B14F-3253-7C6C2773F96A}"/>
          </ac:spMkLst>
        </pc:spChg>
        <pc:picChg chg="add mod">
          <ac:chgData name="Karthikeya Maloth" userId="731837ddba21426d" providerId="LiveId" clId="{4203298A-11C3-42BF-9E24-3A33232D1292}" dt="2025-11-16T05:49:52.390" v="7689"/>
          <ac:picMkLst>
            <pc:docMk/>
            <pc:sldMk cId="1825565053" sldId="450"/>
            <ac:picMk id="3" creationId="{3028388E-7D86-A6C8-12A9-DC2EE17C2A68}"/>
          </ac:picMkLst>
        </pc:picChg>
      </pc:sldChg>
      <pc:sldChg chg="addSp delSp modSp mod delAnim modAnim">
        <pc:chgData name="Karthikeya Maloth" userId="731837ddba21426d" providerId="LiveId" clId="{4203298A-11C3-42BF-9E24-3A33232D1292}" dt="2025-11-17T05:41:24.538" v="10275" actId="20577"/>
        <pc:sldMkLst>
          <pc:docMk/>
          <pc:sldMk cId="3584079537" sldId="452"/>
        </pc:sldMkLst>
        <pc:spChg chg="mod">
          <ac:chgData name="Karthikeya Maloth" userId="731837ddba21426d" providerId="LiveId" clId="{4203298A-11C3-42BF-9E24-3A33232D1292}" dt="2025-11-16T13:01:18.994" v="9927" actId="255"/>
          <ac:spMkLst>
            <pc:docMk/>
            <pc:sldMk cId="3584079537" sldId="452"/>
            <ac:spMk id="5" creationId="{0035F63A-F205-00A0-DD3E-5D45EF04C9C9}"/>
          </ac:spMkLst>
        </pc:spChg>
        <pc:spChg chg="add mod">
          <ac:chgData name="Karthikeya Maloth" userId="731837ddba21426d" providerId="LiveId" clId="{4203298A-11C3-42BF-9E24-3A33232D1292}" dt="2025-11-17T05:41:19.712" v="10273" actId="20577"/>
          <ac:spMkLst>
            <pc:docMk/>
            <pc:sldMk cId="3584079537" sldId="452"/>
            <ac:spMk id="7" creationId="{3F8185C1-2E6C-BE4D-8B3F-174D9375C2B8}"/>
          </ac:spMkLst>
        </pc:spChg>
        <pc:spChg chg="add mod">
          <ac:chgData name="Karthikeya Maloth" userId="731837ddba21426d" providerId="LiveId" clId="{4203298A-11C3-42BF-9E24-3A33232D1292}" dt="2025-11-17T05:41:24.538" v="10275" actId="20577"/>
          <ac:spMkLst>
            <pc:docMk/>
            <pc:sldMk cId="3584079537" sldId="452"/>
            <ac:spMk id="10" creationId="{F0A469C1-E672-D262-021C-CA7E4D267925}"/>
          </ac:spMkLst>
        </pc:spChg>
        <pc:spChg chg="mod">
          <ac:chgData name="Karthikeya Maloth" userId="731837ddba21426d" providerId="LiveId" clId="{4203298A-11C3-42BF-9E24-3A33232D1292}" dt="2025-11-16T05:49:52.390" v="7689"/>
          <ac:spMkLst>
            <pc:docMk/>
            <pc:sldMk cId="3584079537" sldId="452"/>
            <ac:spMk id="13" creationId="{2B2287C1-4C14-22F3-04E9-68F693CFC948}"/>
          </ac:spMkLst>
        </pc:spChg>
        <pc:spChg chg="mod">
          <ac:chgData name="Karthikeya Maloth" userId="731837ddba21426d" providerId="LiveId" clId="{4203298A-11C3-42BF-9E24-3A33232D1292}" dt="2025-11-16T05:49:52.390" v="7689"/>
          <ac:spMkLst>
            <pc:docMk/>
            <pc:sldMk cId="3584079537" sldId="452"/>
            <ac:spMk id="19" creationId="{F02091FD-40F3-2E05-A0F5-AD7296EC6D87}"/>
          </ac:spMkLst>
        </pc:spChg>
        <pc:spChg chg="mod">
          <ac:chgData name="Karthikeya Maloth" userId="731837ddba21426d" providerId="LiveId" clId="{4203298A-11C3-42BF-9E24-3A33232D1292}" dt="2025-11-16T05:49:52.390" v="7689"/>
          <ac:spMkLst>
            <pc:docMk/>
            <pc:sldMk cId="3584079537" sldId="452"/>
            <ac:spMk id="23" creationId="{CA5278F2-7735-A53A-6EA5-907A87E9F957}"/>
          </ac:spMkLst>
        </pc:spChg>
        <pc:picChg chg="add mod">
          <ac:chgData name="Karthikeya Maloth" userId="731837ddba21426d" providerId="LiveId" clId="{4203298A-11C3-42BF-9E24-3A33232D1292}" dt="2025-11-16T06:25:15.620" v="7695" actId="1076"/>
          <ac:picMkLst>
            <pc:docMk/>
            <pc:sldMk cId="3584079537" sldId="452"/>
            <ac:picMk id="4" creationId="{F6296B6E-8AED-E1C1-0C48-25BCEF31CCBF}"/>
          </ac:picMkLst>
        </pc:picChg>
        <pc:picChg chg="add mod">
          <ac:chgData name="Karthikeya Maloth" userId="731837ddba21426d" providerId="LiveId" clId="{4203298A-11C3-42BF-9E24-3A33232D1292}" dt="2025-11-16T05:49:52.390" v="7689"/>
          <ac:picMkLst>
            <pc:docMk/>
            <pc:sldMk cId="3584079537" sldId="452"/>
            <ac:picMk id="9" creationId="{4548066F-8FA0-9811-21C0-690C7A0C729C}"/>
          </ac:picMkLst>
        </pc:picChg>
      </pc:sldChg>
      <pc:sldChg chg="addSp delSp modSp mod delAnim modAnim">
        <pc:chgData name="Karthikeya Maloth" userId="731837ddba21426d" providerId="LiveId" clId="{4203298A-11C3-42BF-9E24-3A33232D1292}" dt="2025-11-17T05:41:51.753" v="10287" actId="20577"/>
        <pc:sldMkLst>
          <pc:docMk/>
          <pc:sldMk cId="766458037" sldId="453"/>
        </pc:sldMkLst>
        <pc:spChg chg="add mod">
          <ac:chgData name="Karthikeya Maloth" userId="731837ddba21426d" providerId="LiveId" clId="{4203298A-11C3-42BF-9E24-3A33232D1292}" dt="2025-11-17T05:41:47.082" v="10284" actId="20577"/>
          <ac:spMkLst>
            <pc:docMk/>
            <pc:sldMk cId="766458037" sldId="453"/>
            <ac:spMk id="3" creationId="{7C937A5B-CC0A-6B9B-AE73-CE339CF1C6D6}"/>
          </ac:spMkLst>
        </pc:spChg>
        <pc:spChg chg="add mod">
          <ac:chgData name="Karthikeya Maloth" userId="731837ddba21426d" providerId="LiveId" clId="{4203298A-11C3-42BF-9E24-3A33232D1292}" dt="2025-11-17T05:41:51.753" v="10287" actId="20577"/>
          <ac:spMkLst>
            <pc:docMk/>
            <pc:sldMk cId="766458037" sldId="453"/>
            <ac:spMk id="4" creationId="{73A3D412-11C8-C699-257B-281E047898AC}"/>
          </ac:spMkLst>
        </pc:spChg>
        <pc:spChg chg="add mod">
          <ac:chgData name="Karthikeya Maloth" userId="731837ddba21426d" providerId="LiveId" clId="{4203298A-11C3-42BF-9E24-3A33232D1292}" dt="2025-11-16T13:01:42.125" v="9930" actId="255"/>
          <ac:spMkLst>
            <pc:docMk/>
            <pc:sldMk cId="766458037" sldId="453"/>
            <ac:spMk id="7" creationId="{F024CF36-99C2-1E7F-1692-52EF1181A3BE}"/>
          </ac:spMkLst>
        </pc:spChg>
        <pc:spChg chg="mod">
          <ac:chgData name="Karthikeya Maloth" userId="731837ddba21426d" providerId="LiveId" clId="{4203298A-11C3-42BF-9E24-3A33232D1292}" dt="2025-11-16T05:49:52.390" v="7689"/>
          <ac:spMkLst>
            <pc:docMk/>
            <pc:sldMk cId="766458037" sldId="453"/>
            <ac:spMk id="13" creationId="{43CA3A88-30F0-4883-8872-3F8085F08F12}"/>
          </ac:spMkLst>
        </pc:spChg>
        <pc:spChg chg="mod">
          <ac:chgData name="Karthikeya Maloth" userId="731837ddba21426d" providerId="LiveId" clId="{4203298A-11C3-42BF-9E24-3A33232D1292}" dt="2025-11-16T05:49:52.390" v="7689"/>
          <ac:spMkLst>
            <pc:docMk/>
            <pc:sldMk cId="766458037" sldId="453"/>
            <ac:spMk id="19" creationId="{F086949D-7A92-5750-6746-E7D035029A5B}"/>
          </ac:spMkLst>
        </pc:spChg>
        <pc:spChg chg="mod">
          <ac:chgData name="Karthikeya Maloth" userId="731837ddba21426d" providerId="LiveId" clId="{4203298A-11C3-42BF-9E24-3A33232D1292}" dt="2025-11-16T05:49:52.390" v="7689"/>
          <ac:spMkLst>
            <pc:docMk/>
            <pc:sldMk cId="766458037" sldId="453"/>
            <ac:spMk id="23" creationId="{1331BE6F-8D3C-FE48-B9F4-264B02C6456E}"/>
          </ac:spMkLst>
        </pc:spChg>
        <pc:spChg chg="add mod">
          <ac:chgData name="Karthikeya Maloth" userId="731837ddba21426d" providerId="LiveId" clId="{4203298A-11C3-42BF-9E24-3A33232D1292}" dt="2025-11-17T05:41:35.617" v="10278" actId="20577"/>
          <ac:spMkLst>
            <pc:docMk/>
            <pc:sldMk cId="766458037" sldId="453"/>
            <ac:spMk id="27" creationId="{2453F326-12EC-4A8B-14F9-169CC6A7364B}"/>
          </ac:spMkLst>
        </pc:spChg>
        <pc:spChg chg="add mod">
          <ac:chgData name="Karthikeya Maloth" userId="731837ddba21426d" providerId="LiveId" clId="{4203298A-11C3-42BF-9E24-3A33232D1292}" dt="2025-11-17T05:41:41.944" v="10281" actId="20577"/>
          <ac:spMkLst>
            <pc:docMk/>
            <pc:sldMk cId="766458037" sldId="453"/>
            <ac:spMk id="30" creationId="{3A3C2D35-9645-4194-E597-3EAA839E2DAC}"/>
          </ac:spMkLst>
        </pc:spChg>
        <pc:picChg chg="add mod">
          <ac:chgData name="Karthikeya Maloth" userId="731837ddba21426d" providerId="LiveId" clId="{4203298A-11C3-42BF-9E24-3A33232D1292}" dt="2025-11-16T07:43:09.306" v="7766" actId="1076"/>
          <ac:picMkLst>
            <pc:docMk/>
            <pc:sldMk cId="766458037" sldId="453"/>
            <ac:picMk id="15" creationId="{235AAFB6-00BE-6741-986A-6BF607D01297}"/>
          </ac:picMkLst>
        </pc:picChg>
        <pc:picChg chg="add mod">
          <ac:chgData name="Karthikeya Maloth" userId="731837ddba21426d" providerId="LiveId" clId="{4203298A-11C3-42BF-9E24-3A33232D1292}" dt="2025-11-16T07:41:21.373" v="7748" actId="1076"/>
          <ac:picMkLst>
            <pc:docMk/>
            <pc:sldMk cId="766458037" sldId="453"/>
            <ac:picMk id="20" creationId="{EE4A8154-B382-021D-A177-168B307DA665}"/>
          </ac:picMkLst>
        </pc:picChg>
        <pc:picChg chg="add mod">
          <ac:chgData name="Karthikeya Maloth" userId="731837ddba21426d" providerId="LiveId" clId="{4203298A-11C3-42BF-9E24-3A33232D1292}" dt="2025-11-16T07:43:29.052" v="7768" actId="1076"/>
          <ac:picMkLst>
            <pc:docMk/>
            <pc:sldMk cId="766458037" sldId="453"/>
            <ac:picMk id="22" creationId="{3B3F174F-6C8C-1BA7-A8EA-88F5EC54B22E}"/>
          </ac:picMkLst>
        </pc:picChg>
        <pc:picChg chg="add mod">
          <ac:chgData name="Karthikeya Maloth" userId="731837ddba21426d" providerId="LiveId" clId="{4203298A-11C3-42BF-9E24-3A33232D1292}" dt="2025-11-16T07:50:01.904" v="8045" actId="1076"/>
          <ac:picMkLst>
            <pc:docMk/>
            <pc:sldMk cId="766458037" sldId="453"/>
            <ac:picMk id="25" creationId="{42A0BA93-D97C-7B5E-EA67-24221354FE51}"/>
          </ac:picMkLst>
        </pc:picChg>
      </pc:sldChg>
      <pc:sldChg chg="addSp delSp modSp mod delAnim modAnim">
        <pc:chgData name="Karthikeya Maloth" userId="731837ddba21426d" providerId="LiveId" clId="{4203298A-11C3-42BF-9E24-3A33232D1292}" dt="2025-11-17T05:44:52.711" v="10295"/>
        <pc:sldMkLst>
          <pc:docMk/>
          <pc:sldMk cId="667524778" sldId="454"/>
        </pc:sldMkLst>
        <pc:spChg chg="add mod">
          <ac:chgData name="Karthikeya Maloth" userId="731837ddba21426d" providerId="LiveId" clId="{4203298A-11C3-42BF-9E24-3A33232D1292}" dt="2025-11-16T13:01:34.857" v="9929" actId="255"/>
          <ac:spMkLst>
            <pc:docMk/>
            <pc:sldMk cId="667524778" sldId="454"/>
            <ac:spMk id="3" creationId="{1F5DBBCA-434B-E849-85D6-C4764F97919F}"/>
          </ac:spMkLst>
        </pc:spChg>
        <pc:spChg chg="add mod">
          <ac:chgData name="Karthikeya Maloth" userId="731837ddba21426d" providerId="LiveId" clId="{4203298A-11C3-42BF-9E24-3A33232D1292}" dt="2025-11-17T05:41:57.769" v="10290" actId="20577"/>
          <ac:spMkLst>
            <pc:docMk/>
            <pc:sldMk cId="667524778" sldId="454"/>
            <ac:spMk id="9" creationId="{1A1BF0F0-1E59-31E3-BDCC-A3A23C7AC6FD}"/>
          </ac:spMkLst>
        </pc:spChg>
        <pc:spChg chg="add mod">
          <ac:chgData name="Karthikeya Maloth" userId="731837ddba21426d" providerId="LiveId" clId="{4203298A-11C3-42BF-9E24-3A33232D1292}" dt="2025-11-17T05:42:05.054" v="10293" actId="20577"/>
          <ac:spMkLst>
            <pc:docMk/>
            <pc:sldMk cId="667524778" sldId="454"/>
            <ac:spMk id="10" creationId="{EE9B81E4-0480-5072-D125-E2F49E4C6118}"/>
          </ac:spMkLst>
        </pc:spChg>
        <pc:spChg chg="mod">
          <ac:chgData name="Karthikeya Maloth" userId="731837ddba21426d" providerId="LiveId" clId="{4203298A-11C3-42BF-9E24-3A33232D1292}" dt="2025-11-16T05:49:52.390" v="7689"/>
          <ac:spMkLst>
            <pc:docMk/>
            <pc:sldMk cId="667524778" sldId="454"/>
            <ac:spMk id="13" creationId="{727910E9-07F2-5121-72F1-14FB28AA9E59}"/>
          </ac:spMkLst>
        </pc:spChg>
        <pc:spChg chg="add mod">
          <ac:chgData name="Karthikeya Maloth" userId="731837ddba21426d" providerId="LiveId" clId="{4203298A-11C3-42BF-9E24-3A33232D1292}" dt="2025-11-17T05:36:17.942" v="10236" actId="20577"/>
          <ac:spMkLst>
            <pc:docMk/>
            <pc:sldMk cId="667524778" sldId="454"/>
            <ac:spMk id="14" creationId="{B3C6F6FC-1A32-63F0-4C2E-09B739A47E27}"/>
          </ac:spMkLst>
        </pc:spChg>
        <pc:spChg chg="mod">
          <ac:chgData name="Karthikeya Maloth" userId="731837ddba21426d" providerId="LiveId" clId="{4203298A-11C3-42BF-9E24-3A33232D1292}" dt="2025-11-16T05:49:52.390" v="7689"/>
          <ac:spMkLst>
            <pc:docMk/>
            <pc:sldMk cId="667524778" sldId="454"/>
            <ac:spMk id="19" creationId="{C280FE2E-FBA0-FB96-8AA3-B68E9D0D0351}"/>
          </ac:spMkLst>
        </pc:spChg>
        <pc:spChg chg="mod">
          <ac:chgData name="Karthikeya Maloth" userId="731837ddba21426d" providerId="LiveId" clId="{4203298A-11C3-42BF-9E24-3A33232D1292}" dt="2025-11-16T05:49:52.390" v="7689"/>
          <ac:spMkLst>
            <pc:docMk/>
            <pc:sldMk cId="667524778" sldId="454"/>
            <ac:spMk id="23" creationId="{4D5C39BE-B537-862A-A5DC-A644ABA97D7C}"/>
          </ac:spMkLst>
        </pc:spChg>
        <pc:picChg chg="add mod">
          <ac:chgData name="Karthikeya Maloth" userId="731837ddba21426d" providerId="LiveId" clId="{4203298A-11C3-42BF-9E24-3A33232D1292}" dt="2025-11-17T05:32:48.183" v="9957" actId="1076"/>
          <ac:picMkLst>
            <pc:docMk/>
            <pc:sldMk cId="667524778" sldId="454"/>
            <ac:picMk id="6" creationId="{A4FF9FDF-D710-BFAF-F052-8D5965B7F672}"/>
          </ac:picMkLst>
        </pc:picChg>
        <pc:picChg chg="add mod">
          <ac:chgData name="Karthikeya Maloth" userId="731837ddba21426d" providerId="LiveId" clId="{4203298A-11C3-42BF-9E24-3A33232D1292}" dt="2025-11-17T05:32:53.609" v="9959" actId="1076"/>
          <ac:picMkLst>
            <pc:docMk/>
            <pc:sldMk cId="667524778" sldId="454"/>
            <ac:picMk id="8" creationId="{C6A473B5-A451-0CA3-0527-5942B23282AD}"/>
          </ac:picMkLst>
        </pc:picChg>
      </pc:sldChg>
      <pc:sldChg chg="addSp delSp modSp mod delAnim modAnim">
        <pc:chgData name="Karthikeya Maloth" userId="731837ddba21426d" providerId="LiveId" clId="{4203298A-11C3-42BF-9E24-3A33232D1292}" dt="2025-11-17T05:40:36.976" v="10257" actId="20577"/>
        <pc:sldMkLst>
          <pc:docMk/>
          <pc:sldMk cId="3968558001" sldId="460"/>
        </pc:sldMkLst>
        <pc:spChg chg="mod">
          <ac:chgData name="Karthikeya Maloth" userId="731837ddba21426d" providerId="LiveId" clId="{4203298A-11C3-42BF-9E24-3A33232D1292}" dt="2025-11-16T05:49:52.390" v="7689"/>
          <ac:spMkLst>
            <pc:docMk/>
            <pc:sldMk cId="3968558001" sldId="460"/>
            <ac:spMk id="2" creationId="{0283A266-264B-F34C-5780-58E12271C46C}"/>
          </ac:spMkLst>
        </pc:spChg>
        <pc:spChg chg="mod">
          <ac:chgData name="Karthikeya Maloth" userId="731837ddba21426d" providerId="LiveId" clId="{4203298A-11C3-42BF-9E24-3A33232D1292}" dt="2025-11-16T05:49:52.390" v="7689"/>
          <ac:spMkLst>
            <pc:docMk/>
            <pc:sldMk cId="3968558001" sldId="460"/>
            <ac:spMk id="7" creationId="{DFCC5509-0C69-9BEC-09F8-1DC76510F3EE}"/>
          </ac:spMkLst>
        </pc:spChg>
        <pc:spChg chg="mod">
          <ac:chgData name="Karthikeya Maloth" userId="731837ddba21426d" providerId="LiveId" clId="{4203298A-11C3-42BF-9E24-3A33232D1292}" dt="2025-11-16T05:49:52.390" v="7689"/>
          <ac:spMkLst>
            <pc:docMk/>
            <pc:sldMk cId="3968558001" sldId="460"/>
            <ac:spMk id="9" creationId="{F1CE1B5E-648F-95B6-5F10-B661A9C7A4A1}"/>
          </ac:spMkLst>
        </pc:spChg>
        <pc:spChg chg="add mod">
          <ac:chgData name="Karthikeya Maloth" userId="731837ddba21426d" providerId="LiveId" clId="{4203298A-11C3-42BF-9E24-3A33232D1292}" dt="2025-11-17T05:40:36.976" v="10257" actId="20577"/>
          <ac:spMkLst>
            <pc:docMk/>
            <pc:sldMk cId="3968558001" sldId="460"/>
            <ac:spMk id="13" creationId="{E59217C9-D60D-3771-AA02-E3B0946ECED6}"/>
          </ac:spMkLst>
        </pc:spChg>
        <pc:picChg chg="mod">
          <ac:chgData name="Karthikeya Maloth" userId="731837ddba21426d" providerId="LiveId" clId="{4203298A-11C3-42BF-9E24-3A33232D1292}" dt="2025-11-16T05:49:52.390" v="7689"/>
          <ac:picMkLst>
            <pc:docMk/>
            <pc:sldMk cId="3968558001" sldId="460"/>
            <ac:picMk id="10" creationId="{C0E4AFB0-5908-5A66-34B0-8205356941FE}"/>
          </ac:picMkLst>
        </pc:picChg>
      </pc:sldChg>
      <pc:sldChg chg="addSp delSp modSp add mod modAnim">
        <pc:chgData name="Karthikeya Maloth" userId="731837ddba21426d" providerId="LiveId" clId="{4203298A-11C3-42BF-9E24-3A33232D1292}" dt="2025-11-16T12:21:30.086" v="8798" actId="20577"/>
        <pc:sldMkLst>
          <pc:docMk/>
          <pc:sldMk cId="769004718" sldId="463"/>
        </pc:sldMkLst>
        <pc:spChg chg="mod">
          <ac:chgData name="Karthikeya Maloth" userId="731837ddba21426d" providerId="LiveId" clId="{4203298A-11C3-42BF-9E24-3A33232D1292}" dt="2025-11-16T05:49:52.390" v="7689"/>
          <ac:spMkLst>
            <pc:docMk/>
            <pc:sldMk cId="769004718" sldId="463"/>
            <ac:spMk id="2" creationId="{6C6B9664-FF33-262E-93E1-636CD9C309DA}"/>
          </ac:spMkLst>
        </pc:spChg>
        <pc:spChg chg="add mod">
          <ac:chgData name="Karthikeya Maloth" userId="731837ddba21426d" providerId="LiveId" clId="{4203298A-11C3-42BF-9E24-3A33232D1292}" dt="2025-11-16T11:57:27.805" v="8648" actId="20577"/>
          <ac:spMkLst>
            <pc:docMk/>
            <pc:sldMk cId="769004718" sldId="463"/>
            <ac:spMk id="4" creationId="{1250D7D5-B91A-8EF6-9D9F-A38545C9CE2C}"/>
          </ac:spMkLst>
        </pc:spChg>
        <pc:spChg chg="mod">
          <ac:chgData name="Karthikeya Maloth" userId="731837ddba21426d" providerId="LiveId" clId="{4203298A-11C3-42BF-9E24-3A33232D1292}" dt="2025-11-16T05:49:52.390" v="7689"/>
          <ac:spMkLst>
            <pc:docMk/>
            <pc:sldMk cId="769004718" sldId="463"/>
            <ac:spMk id="7" creationId="{66F6F1EE-E670-03F0-44D2-F10345FD0B8D}"/>
          </ac:spMkLst>
        </pc:spChg>
        <pc:spChg chg="add mod">
          <ac:chgData name="Karthikeya Maloth" userId="731837ddba21426d" providerId="LiveId" clId="{4203298A-11C3-42BF-9E24-3A33232D1292}" dt="2025-11-16T05:49:52.390" v="7689"/>
          <ac:spMkLst>
            <pc:docMk/>
            <pc:sldMk cId="769004718" sldId="463"/>
            <ac:spMk id="8" creationId="{9B404698-322E-977D-28FE-F543E38D100B}"/>
          </ac:spMkLst>
        </pc:spChg>
        <pc:spChg chg="mod">
          <ac:chgData name="Karthikeya Maloth" userId="731837ddba21426d" providerId="LiveId" clId="{4203298A-11C3-42BF-9E24-3A33232D1292}" dt="2025-11-16T05:49:52.390" v="7689"/>
          <ac:spMkLst>
            <pc:docMk/>
            <pc:sldMk cId="769004718" sldId="463"/>
            <ac:spMk id="9" creationId="{96439E6C-B685-F93F-391E-C5472442E4BF}"/>
          </ac:spMkLst>
        </pc:spChg>
        <pc:spChg chg="add mod">
          <ac:chgData name="Karthikeya Maloth" userId="731837ddba21426d" providerId="LiveId" clId="{4203298A-11C3-42BF-9E24-3A33232D1292}" dt="2025-11-16T05:49:52.390" v="7689"/>
          <ac:spMkLst>
            <pc:docMk/>
            <pc:sldMk cId="769004718" sldId="463"/>
            <ac:spMk id="12" creationId="{2800A180-E392-484C-9B88-C0F7AF11F06F}"/>
          </ac:spMkLst>
        </pc:spChg>
        <pc:spChg chg="mod">
          <ac:chgData name="Karthikeya Maloth" userId="731837ddba21426d" providerId="LiveId" clId="{4203298A-11C3-42BF-9E24-3A33232D1292}" dt="2025-11-16T05:49:52.390" v="7689"/>
          <ac:spMkLst>
            <pc:docMk/>
            <pc:sldMk cId="769004718" sldId="463"/>
            <ac:spMk id="35" creationId="{33CC9C88-F658-7A52-FA0A-3AA98CC91E33}"/>
          </ac:spMkLst>
        </pc:spChg>
        <pc:picChg chg="mod">
          <ac:chgData name="Karthikeya Maloth" userId="731837ddba21426d" providerId="LiveId" clId="{4203298A-11C3-42BF-9E24-3A33232D1292}" dt="2025-11-16T05:49:52.390" v="7689"/>
          <ac:picMkLst>
            <pc:docMk/>
            <pc:sldMk cId="769004718" sldId="463"/>
            <ac:picMk id="37" creationId="{BB1D5BD0-E79F-BD0B-A1C8-B5C78A58C711}"/>
          </ac:picMkLst>
        </pc:picChg>
        <pc:inkChg chg="add mod">
          <ac:chgData name="Karthikeya Maloth" userId="731837ddba21426d" providerId="LiveId" clId="{4203298A-11C3-42BF-9E24-3A33232D1292}" dt="2025-11-16T05:49:52.390" v="7689"/>
          <ac:inkMkLst>
            <pc:docMk/>
            <pc:sldMk cId="769004718" sldId="463"/>
            <ac:inkMk id="14" creationId="{1B71982A-98D3-142C-3581-E78C34EDEB8A}"/>
          </ac:inkMkLst>
        </pc:inkChg>
        <pc:inkChg chg="add">
          <ac:chgData name="Karthikeya Maloth" userId="731837ddba21426d" providerId="LiveId" clId="{4203298A-11C3-42BF-9E24-3A33232D1292}" dt="2025-11-05T06:48:37.725" v="1602" actId="9405"/>
          <ac:inkMkLst>
            <pc:docMk/>
            <pc:sldMk cId="769004718" sldId="463"/>
            <ac:inkMk id="18" creationId="{C5680E79-0C78-7609-A07A-DFE85297EC0E}"/>
          </ac:inkMkLst>
        </pc:inkChg>
      </pc:sldChg>
      <pc:sldChg chg="addSp delSp modSp add mod delAnim modAnim modNotes">
        <pc:chgData name="Karthikeya Maloth" userId="731837ddba21426d" providerId="LiveId" clId="{4203298A-11C3-42BF-9E24-3A33232D1292}" dt="2025-11-16T13:09:31.456" v="9934" actId="1076"/>
        <pc:sldMkLst>
          <pc:docMk/>
          <pc:sldMk cId="1078837589" sldId="465"/>
        </pc:sldMkLst>
        <pc:spChg chg="mod">
          <ac:chgData name="Karthikeya Maloth" userId="731837ddba21426d" providerId="LiveId" clId="{4203298A-11C3-42BF-9E24-3A33232D1292}" dt="2025-11-16T05:49:52.390" v="7689"/>
          <ac:spMkLst>
            <pc:docMk/>
            <pc:sldMk cId="1078837589" sldId="465"/>
            <ac:spMk id="2" creationId="{7B5B97AA-A5C6-0AAD-1378-C6C81CCD2C94}"/>
          </ac:spMkLst>
        </pc:spChg>
        <pc:spChg chg="mod">
          <ac:chgData name="Karthikeya Maloth" userId="731837ddba21426d" providerId="LiveId" clId="{4203298A-11C3-42BF-9E24-3A33232D1292}" dt="2025-11-16T12:59:30.135" v="9914" actId="255"/>
          <ac:spMkLst>
            <pc:docMk/>
            <pc:sldMk cId="1078837589" sldId="465"/>
            <ac:spMk id="3" creationId="{B14ECD0A-3CCD-F61A-0E5F-301067629498}"/>
          </ac:spMkLst>
        </pc:spChg>
        <pc:spChg chg="mod">
          <ac:chgData name="Karthikeya Maloth" userId="731837ddba21426d" providerId="LiveId" clId="{4203298A-11C3-42BF-9E24-3A33232D1292}" dt="2025-11-16T05:49:52.390" v="7689"/>
          <ac:spMkLst>
            <pc:docMk/>
            <pc:sldMk cId="1078837589" sldId="465"/>
            <ac:spMk id="7" creationId="{9B8C220B-8B14-4286-C98C-E86DAB237F4A}"/>
          </ac:spMkLst>
        </pc:spChg>
        <pc:spChg chg="mod">
          <ac:chgData name="Karthikeya Maloth" userId="731837ddba21426d" providerId="LiveId" clId="{4203298A-11C3-42BF-9E24-3A33232D1292}" dt="2025-11-16T05:49:52.390" v="7689"/>
          <ac:spMkLst>
            <pc:docMk/>
            <pc:sldMk cId="1078837589" sldId="465"/>
            <ac:spMk id="9" creationId="{9E7FCC7F-20D9-B8CF-C3E0-3820B7B8E172}"/>
          </ac:spMkLst>
        </pc:spChg>
        <pc:spChg chg="add mod">
          <ac:chgData name="Karthikeya Maloth" userId="731837ddba21426d" providerId="LiveId" clId="{4203298A-11C3-42BF-9E24-3A33232D1292}" dt="2025-11-16T12:03:19.201" v="8655" actId="20577"/>
          <ac:spMkLst>
            <pc:docMk/>
            <pc:sldMk cId="1078837589" sldId="465"/>
            <ac:spMk id="11" creationId="{FE9F1D7E-FEF1-5B41-41A7-AC61B654B30C}"/>
          </ac:spMkLst>
        </pc:spChg>
        <pc:spChg chg="add mod">
          <ac:chgData name="Karthikeya Maloth" userId="731837ddba21426d" providerId="LiveId" clId="{4203298A-11C3-42BF-9E24-3A33232D1292}" dt="2025-11-16T11:50:20.960" v="8574" actId="164"/>
          <ac:spMkLst>
            <pc:docMk/>
            <pc:sldMk cId="1078837589" sldId="465"/>
            <ac:spMk id="13" creationId="{CF2B598F-03B2-49A4-A8F1-B2C58633DEB3}"/>
          </ac:spMkLst>
        </pc:spChg>
        <pc:spChg chg="add mod">
          <ac:chgData name="Karthikeya Maloth" userId="731837ddba21426d" providerId="LiveId" clId="{4203298A-11C3-42BF-9E24-3A33232D1292}" dt="2025-11-16T12:59:23.142" v="9913" actId="255"/>
          <ac:spMkLst>
            <pc:docMk/>
            <pc:sldMk cId="1078837589" sldId="465"/>
            <ac:spMk id="18" creationId="{68843908-243A-CE74-9CBC-AB90D98EE846}"/>
          </ac:spMkLst>
        </pc:spChg>
        <pc:grpChg chg="add mod">
          <ac:chgData name="Karthikeya Maloth" userId="731837ddba21426d" providerId="LiveId" clId="{4203298A-11C3-42BF-9E24-3A33232D1292}" dt="2025-11-16T11:50:40.382" v="8577" actId="1076"/>
          <ac:grpSpMkLst>
            <pc:docMk/>
            <pc:sldMk cId="1078837589" sldId="465"/>
            <ac:grpSpMk id="14" creationId="{CB5DA365-05C7-3BB1-6EC6-E43DA1795D53}"/>
          </ac:grpSpMkLst>
        </pc:grpChg>
        <pc:picChg chg="add mod">
          <ac:chgData name="Karthikeya Maloth" userId="731837ddba21426d" providerId="LiveId" clId="{4203298A-11C3-42BF-9E24-3A33232D1292}" dt="2025-11-16T11:50:20.960" v="8574" actId="164"/>
          <ac:picMkLst>
            <pc:docMk/>
            <pc:sldMk cId="1078837589" sldId="465"/>
            <ac:picMk id="5" creationId="{E0F4C0FD-9B82-A1AE-A9C6-8622741C807D}"/>
          </ac:picMkLst>
        </pc:picChg>
        <pc:picChg chg="add mod">
          <ac:chgData name="Karthikeya Maloth" userId="731837ddba21426d" providerId="LiveId" clId="{4203298A-11C3-42BF-9E24-3A33232D1292}" dt="2025-11-16T13:09:31.456" v="9934" actId="1076"/>
          <ac:picMkLst>
            <pc:docMk/>
            <pc:sldMk cId="1078837589" sldId="465"/>
            <ac:picMk id="6" creationId="{1E4E1FE5-8F75-219C-2558-6E5FFD133622}"/>
          </ac:picMkLst>
        </pc:picChg>
        <pc:picChg chg="mod">
          <ac:chgData name="Karthikeya Maloth" userId="731837ddba21426d" providerId="LiveId" clId="{4203298A-11C3-42BF-9E24-3A33232D1292}" dt="2025-11-16T05:49:52.390" v="7689"/>
          <ac:picMkLst>
            <pc:docMk/>
            <pc:sldMk cId="1078837589" sldId="465"/>
            <ac:picMk id="10" creationId="{DD439324-46F2-2A26-393F-3B6C39DAB929}"/>
          </ac:picMkLst>
        </pc:picChg>
      </pc:sldChg>
      <pc:sldChg chg="addSp modSp add mod">
        <pc:chgData name="Karthikeya Maloth" userId="731837ddba21426d" providerId="LiveId" clId="{4203298A-11C3-42BF-9E24-3A33232D1292}" dt="2025-11-18T06:08:32.315" v="10458" actId="12"/>
        <pc:sldMkLst>
          <pc:docMk/>
          <pc:sldMk cId="2947919174" sldId="466"/>
        </pc:sldMkLst>
        <pc:spChg chg="add mod">
          <ac:chgData name="Karthikeya Maloth" userId="731837ddba21426d" providerId="LiveId" clId="{4203298A-11C3-42BF-9E24-3A33232D1292}" dt="2025-11-18T06:08:32.315" v="10458" actId="12"/>
          <ac:spMkLst>
            <pc:docMk/>
            <pc:sldMk cId="2947919174" sldId="466"/>
            <ac:spMk id="3" creationId="{8E89CDA3-BCE2-BB5F-DAF9-459CB8528BCE}"/>
          </ac:spMkLst>
        </pc:spChg>
        <pc:spChg chg="mod">
          <ac:chgData name="Karthikeya Maloth" userId="731837ddba21426d" providerId="LiveId" clId="{4203298A-11C3-42BF-9E24-3A33232D1292}" dt="2025-11-16T05:49:52.390" v="7689"/>
          <ac:spMkLst>
            <pc:docMk/>
            <pc:sldMk cId="2947919174" sldId="466"/>
            <ac:spMk id="13" creationId="{E2A5C144-83F0-0E14-764A-2E6D4ACC99E7}"/>
          </ac:spMkLst>
        </pc:spChg>
        <pc:spChg chg="mod">
          <ac:chgData name="Karthikeya Maloth" userId="731837ddba21426d" providerId="LiveId" clId="{4203298A-11C3-42BF-9E24-3A33232D1292}" dt="2025-11-16T05:49:52.390" v="7689"/>
          <ac:spMkLst>
            <pc:docMk/>
            <pc:sldMk cId="2947919174" sldId="466"/>
            <ac:spMk id="19" creationId="{5CFCFF0F-DF30-4A7C-79FD-3DDC90F9FE2C}"/>
          </ac:spMkLst>
        </pc:spChg>
        <pc:spChg chg="mod">
          <ac:chgData name="Karthikeya Maloth" userId="731837ddba21426d" providerId="LiveId" clId="{4203298A-11C3-42BF-9E24-3A33232D1292}" dt="2025-11-18T06:07:32.580" v="10423" actId="20577"/>
          <ac:spMkLst>
            <pc:docMk/>
            <pc:sldMk cId="2947919174" sldId="466"/>
            <ac:spMk id="23" creationId="{2A275257-D2D9-CD62-25EF-C6E0CBDCE677}"/>
          </ac:spMkLst>
        </pc:spChg>
      </pc:sldChg>
      <pc:sldChg chg="addSp modSp add mod ord modAnim">
        <pc:chgData name="Karthikeya Maloth" userId="731837ddba21426d" providerId="LiveId" clId="{4203298A-11C3-42BF-9E24-3A33232D1292}" dt="2025-11-18T07:43:49.532" v="10787" actId="20577"/>
        <pc:sldMkLst>
          <pc:docMk/>
          <pc:sldMk cId="2648880195" sldId="467"/>
        </pc:sldMkLst>
        <pc:spChg chg="add mod">
          <ac:chgData name="Karthikeya Maloth" userId="731837ddba21426d" providerId="LiveId" clId="{4203298A-11C3-42BF-9E24-3A33232D1292}" dt="2025-11-18T07:31:19.477" v="10639" actId="1076"/>
          <ac:spMkLst>
            <pc:docMk/>
            <pc:sldMk cId="2648880195" sldId="467"/>
            <ac:spMk id="2" creationId="{DA2D4EF9-71FE-6E95-02B8-B9C220D0850B}"/>
          </ac:spMkLst>
        </pc:spChg>
        <pc:spChg chg="mod">
          <ac:chgData name="Karthikeya Maloth" userId="731837ddba21426d" providerId="LiveId" clId="{4203298A-11C3-42BF-9E24-3A33232D1292}" dt="2025-11-18T07:26:09.619" v="10572" actId="1076"/>
          <ac:spMkLst>
            <pc:docMk/>
            <pc:sldMk cId="2648880195" sldId="467"/>
            <ac:spMk id="3" creationId="{D18A3573-4D94-359F-2A49-7A28A31254E5}"/>
          </ac:spMkLst>
        </pc:spChg>
        <pc:spChg chg="add mod">
          <ac:chgData name="Karthikeya Maloth" userId="731837ddba21426d" providerId="LiveId" clId="{4203298A-11C3-42BF-9E24-3A33232D1292}" dt="2025-11-18T07:31:13.286" v="10637" actId="1076"/>
          <ac:spMkLst>
            <pc:docMk/>
            <pc:sldMk cId="2648880195" sldId="467"/>
            <ac:spMk id="5" creationId="{17187A5D-C5F1-2F2B-07F5-B8D238EE5347}"/>
          </ac:spMkLst>
        </pc:spChg>
        <pc:spChg chg="add mod">
          <ac:chgData name="Karthikeya Maloth" userId="731837ddba21426d" providerId="LiveId" clId="{4203298A-11C3-42BF-9E24-3A33232D1292}" dt="2025-11-18T07:31:09.577" v="10636" actId="1076"/>
          <ac:spMkLst>
            <pc:docMk/>
            <pc:sldMk cId="2648880195" sldId="467"/>
            <ac:spMk id="8" creationId="{1AD056F8-56FE-345B-2255-F95B185CC6C3}"/>
          </ac:spMkLst>
        </pc:spChg>
        <pc:spChg chg="add mod">
          <ac:chgData name="Karthikeya Maloth" userId="731837ddba21426d" providerId="LiveId" clId="{4203298A-11C3-42BF-9E24-3A33232D1292}" dt="2025-11-18T07:32:03.383" v="10644"/>
          <ac:spMkLst>
            <pc:docMk/>
            <pc:sldMk cId="2648880195" sldId="467"/>
            <ac:spMk id="10" creationId="{C3FE5D84-A354-A9FF-7F46-8142F57A3C03}"/>
          </ac:spMkLst>
        </pc:spChg>
        <pc:spChg chg="add mod">
          <ac:chgData name="Karthikeya Maloth" userId="731837ddba21426d" providerId="LiveId" clId="{4203298A-11C3-42BF-9E24-3A33232D1292}" dt="2025-11-18T07:31:16.210" v="10638" actId="1076"/>
          <ac:spMkLst>
            <pc:docMk/>
            <pc:sldMk cId="2648880195" sldId="467"/>
            <ac:spMk id="12" creationId="{8845CE0A-E196-21C7-C310-443C2AB97D7D}"/>
          </ac:spMkLst>
        </pc:spChg>
        <pc:spChg chg="add mod">
          <ac:chgData name="Karthikeya Maloth" userId="731837ddba21426d" providerId="LiveId" clId="{4203298A-11C3-42BF-9E24-3A33232D1292}" dt="2025-11-18T07:31:26.367" v="10640" actId="1076"/>
          <ac:spMkLst>
            <pc:docMk/>
            <pc:sldMk cId="2648880195" sldId="467"/>
            <ac:spMk id="15" creationId="{ED2E3A02-F58B-19BC-1CD8-DB0E3B693E17}"/>
          </ac:spMkLst>
        </pc:spChg>
        <pc:spChg chg="add mod">
          <ac:chgData name="Karthikeya Maloth" userId="731837ddba21426d" providerId="LiveId" clId="{4203298A-11C3-42BF-9E24-3A33232D1292}" dt="2025-11-18T07:32:32.982" v="10664" actId="1076"/>
          <ac:spMkLst>
            <pc:docMk/>
            <pc:sldMk cId="2648880195" sldId="467"/>
            <ac:spMk id="17" creationId="{88728D76-8512-6AA6-39AA-915B22A38398}"/>
          </ac:spMkLst>
        </pc:spChg>
      </pc:sldChg>
      <pc:sldChg chg="addSp delSp modSp add mod">
        <pc:chgData name="Karthikeya Maloth" userId="731837ddba21426d" providerId="LiveId" clId="{4203298A-11C3-42BF-9E24-3A33232D1292}" dt="2025-11-18T07:43:58.362" v="10789" actId="20577"/>
        <pc:sldMkLst>
          <pc:docMk/>
          <pc:sldMk cId="2571960624" sldId="468"/>
        </pc:sldMkLst>
        <pc:spChg chg="add mod">
          <ac:chgData name="Karthikeya Maloth" userId="731837ddba21426d" providerId="LiveId" clId="{4203298A-11C3-42BF-9E24-3A33232D1292}" dt="2025-11-18T07:34:19.484" v="10757" actId="1076"/>
          <ac:spMkLst>
            <pc:docMk/>
            <pc:sldMk cId="2571960624" sldId="468"/>
            <ac:spMk id="4" creationId="{585E9A87-BF92-1BC6-198B-6C9894F43985}"/>
          </ac:spMkLst>
        </pc:spChg>
        <pc:spChg chg="add mod">
          <ac:chgData name="Karthikeya Maloth" userId="731837ddba21426d" providerId="LiveId" clId="{4203298A-11C3-42BF-9E24-3A33232D1292}" dt="2025-11-18T07:39:33.715" v="10785" actId="20577"/>
          <ac:spMkLst>
            <pc:docMk/>
            <pc:sldMk cId="2571960624" sldId="468"/>
            <ac:spMk id="7" creationId="{4044C225-F1C2-D123-2C7A-24F2D17A0DB7}"/>
          </ac:spMkLst>
        </pc:spChg>
        <pc:spChg chg="add mod">
          <ac:chgData name="Karthikeya Maloth" userId="731837ddba21426d" providerId="LiveId" clId="{4203298A-11C3-42BF-9E24-3A33232D1292}" dt="2025-11-18T07:38:51.035" v="10769" actId="14100"/>
          <ac:spMkLst>
            <pc:docMk/>
            <pc:sldMk cId="2571960624" sldId="468"/>
            <ac:spMk id="9" creationId="{93D30D80-5F06-D3F9-589D-8F738E32B42C}"/>
          </ac:spMkLst>
        </pc:spChg>
        <pc:spChg chg="add mod">
          <ac:chgData name="Karthikeya Maloth" userId="731837ddba21426d" providerId="LiveId" clId="{4203298A-11C3-42BF-9E24-3A33232D1292}" dt="2025-11-18T07:33:19.378" v="10694" actId="20577"/>
          <ac:spMkLst>
            <pc:docMk/>
            <pc:sldMk cId="2571960624" sldId="468"/>
            <ac:spMk id="10" creationId="{7162BB50-F78F-CB81-362D-7F2643B532AF}"/>
          </ac:spMkLst>
        </pc:spChg>
        <pc:spChg chg="add mod">
          <ac:chgData name="Karthikeya Maloth" userId="731837ddba21426d" providerId="LiveId" clId="{4203298A-11C3-42BF-9E24-3A33232D1292}" dt="2025-11-18T07:33:48.819" v="10721" actId="20577"/>
          <ac:spMkLst>
            <pc:docMk/>
            <pc:sldMk cId="2571960624" sldId="468"/>
            <ac:spMk id="11" creationId="{C569D4E3-DF76-41A4-B9AD-6BB9E36B6C55}"/>
          </ac:spMkLst>
        </pc:spChg>
        <pc:spChg chg="add mod">
          <ac:chgData name="Karthikeya Maloth" userId="731837ddba21426d" providerId="LiveId" clId="{4203298A-11C3-42BF-9E24-3A33232D1292}" dt="2025-11-18T07:34:13.661" v="10756" actId="1076"/>
          <ac:spMkLst>
            <pc:docMk/>
            <pc:sldMk cId="2571960624" sldId="468"/>
            <ac:spMk id="12" creationId="{D45D4360-95C9-671B-0B4A-8AB47406B855}"/>
          </ac:spMkLst>
        </pc:spChg>
      </pc:sldChg>
      <pc:sldMasterChg chg="modSp modSldLayout">
        <pc:chgData name="Karthikeya Maloth" userId="731837ddba21426d" providerId="LiveId" clId="{4203298A-11C3-42BF-9E24-3A33232D1292}" dt="2025-11-16T05:49:52.390" v="7689"/>
        <pc:sldMasterMkLst>
          <pc:docMk/>
          <pc:sldMasterMk cId="704774970" sldId="2147483746"/>
        </pc:sldMasterMkLst>
        <pc:spChg chg="mod">
          <ac:chgData name="Karthikeya Maloth" userId="731837ddba21426d" providerId="LiveId" clId="{4203298A-11C3-42BF-9E24-3A33232D1292}" dt="2025-11-16T05:49:52.390" v="7689"/>
          <ac:spMkLst>
            <pc:docMk/>
            <pc:sldMasterMk cId="704774970" sldId="2147483746"/>
            <ac:spMk id="2" creationId="{9B3E478A-A833-4709-A2D2-9AED6A3DAA20}"/>
          </ac:spMkLst>
        </pc:spChg>
        <pc:spChg chg="mod">
          <ac:chgData name="Karthikeya Maloth" userId="731837ddba21426d" providerId="LiveId" clId="{4203298A-11C3-42BF-9E24-3A33232D1292}" dt="2025-11-16T05:49:52.390" v="7689"/>
          <ac:spMkLst>
            <pc:docMk/>
            <pc:sldMasterMk cId="704774970" sldId="2147483746"/>
            <ac:spMk id="3" creationId="{96A2159A-2F4F-2C3F-027B-1051075E1ACE}"/>
          </ac:spMkLst>
        </pc:spChg>
        <pc:spChg chg="mod">
          <ac:chgData name="Karthikeya Maloth" userId="731837ddba21426d" providerId="LiveId" clId="{4203298A-11C3-42BF-9E24-3A33232D1292}" dt="2025-11-16T05:49:52.390" v="7689"/>
          <ac:spMkLst>
            <pc:docMk/>
            <pc:sldMasterMk cId="704774970" sldId="2147483746"/>
            <ac:spMk id="4" creationId="{B51C61EF-26BF-FA34-11B6-2A5D78AF2257}"/>
          </ac:spMkLst>
        </pc:spChg>
        <pc:spChg chg="mod">
          <ac:chgData name="Karthikeya Maloth" userId="731837ddba21426d" providerId="LiveId" clId="{4203298A-11C3-42BF-9E24-3A33232D1292}" dt="2025-11-16T05:49:52.390" v="7689"/>
          <ac:spMkLst>
            <pc:docMk/>
            <pc:sldMasterMk cId="704774970" sldId="2147483746"/>
            <ac:spMk id="5" creationId="{0A2062BE-A3AB-7BA9-960D-84BF2286A112}"/>
          </ac:spMkLst>
        </pc:spChg>
        <pc:spChg chg="mod">
          <ac:chgData name="Karthikeya Maloth" userId="731837ddba21426d" providerId="LiveId" clId="{4203298A-11C3-42BF-9E24-3A33232D1292}" dt="2025-11-16T05:49:52.390" v="7689"/>
          <ac:spMkLst>
            <pc:docMk/>
            <pc:sldMasterMk cId="704774970" sldId="2147483746"/>
            <ac:spMk id="6" creationId="{D5D9B458-E68D-5EB5-8145-B8C3591A9C25}"/>
          </ac:spMkLst>
        </pc:spChg>
        <pc:sldLayoutChg chg="modSp">
          <pc:chgData name="Karthikeya Maloth" userId="731837ddba21426d" providerId="LiveId" clId="{4203298A-11C3-42BF-9E24-3A33232D1292}" dt="2025-11-16T05:49:52.390" v="7689"/>
          <pc:sldLayoutMkLst>
            <pc:docMk/>
            <pc:sldMasterMk cId="704774970" sldId="2147483746"/>
            <pc:sldLayoutMk cId="2793086794" sldId="2147483747"/>
          </pc:sldLayoutMkLst>
          <pc:spChg chg="mod">
            <ac:chgData name="Karthikeya Maloth" userId="731837ddba21426d" providerId="LiveId" clId="{4203298A-11C3-42BF-9E24-3A33232D1292}" dt="2025-11-16T05:49:52.390" v="7689"/>
            <ac:spMkLst>
              <pc:docMk/>
              <pc:sldMasterMk cId="704774970" sldId="2147483746"/>
              <pc:sldLayoutMk cId="2793086794" sldId="2147483747"/>
              <ac:spMk id="2" creationId="{04DCC8FE-ECA3-C78C-1C12-6EAE094AC2B0}"/>
            </ac:spMkLst>
          </pc:spChg>
          <pc:spChg chg="mod">
            <ac:chgData name="Karthikeya Maloth" userId="731837ddba21426d" providerId="LiveId" clId="{4203298A-11C3-42BF-9E24-3A33232D1292}" dt="2025-11-16T05:49:52.390" v="7689"/>
            <ac:spMkLst>
              <pc:docMk/>
              <pc:sldMasterMk cId="704774970" sldId="2147483746"/>
              <pc:sldLayoutMk cId="2793086794" sldId="2147483747"/>
              <ac:spMk id="3" creationId="{321E8026-ACFC-9BB7-8390-F4509FC47957}"/>
            </ac:spMkLst>
          </pc:spChg>
        </pc:sldLayoutChg>
        <pc:sldLayoutChg chg="modSp">
          <pc:chgData name="Karthikeya Maloth" userId="731837ddba21426d" providerId="LiveId" clId="{4203298A-11C3-42BF-9E24-3A33232D1292}" dt="2025-11-16T05:49:52.390" v="7689"/>
          <pc:sldLayoutMkLst>
            <pc:docMk/>
            <pc:sldMasterMk cId="704774970" sldId="2147483746"/>
            <pc:sldLayoutMk cId="2415819769" sldId="2147483749"/>
          </pc:sldLayoutMkLst>
          <pc:spChg chg="mod">
            <ac:chgData name="Karthikeya Maloth" userId="731837ddba21426d" providerId="LiveId" clId="{4203298A-11C3-42BF-9E24-3A33232D1292}" dt="2025-11-16T05:49:52.390" v="7689"/>
            <ac:spMkLst>
              <pc:docMk/>
              <pc:sldMasterMk cId="704774970" sldId="2147483746"/>
              <pc:sldLayoutMk cId="2415819769" sldId="2147483749"/>
              <ac:spMk id="2" creationId="{0AB4B059-B7D6-321B-F4E8-AF2D12ACE53A}"/>
            </ac:spMkLst>
          </pc:spChg>
          <pc:spChg chg="mod">
            <ac:chgData name="Karthikeya Maloth" userId="731837ddba21426d" providerId="LiveId" clId="{4203298A-11C3-42BF-9E24-3A33232D1292}" dt="2025-11-16T05:49:52.390" v="7689"/>
            <ac:spMkLst>
              <pc:docMk/>
              <pc:sldMasterMk cId="704774970" sldId="2147483746"/>
              <pc:sldLayoutMk cId="2415819769" sldId="2147483749"/>
              <ac:spMk id="3" creationId="{93B5F73D-8A5F-388C-E666-5C5BB38BDEF9}"/>
            </ac:spMkLst>
          </pc:spChg>
        </pc:sldLayoutChg>
        <pc:sldLayoutChg chg="modSp">
          <pc:chgData name="Karthikeya Maloth" userId="731837ddba21426d" providerId="LiveId" clId="{4203298A-11C3-42BF-9E24-3A33232D1292}" dt="2025-11-16T05:49:52.390" v="7689"/>
          <pc:sldLayoutMkLst>
            <pc:docMk/>
            <pc:sldMasterMk cId="704774970" sldId="2147483746"/>
            <pc:sldLayoutMk cId="3841952352" sldId="2147483750"/>
          </pc:sldLayoutMkLst>
          <pc:spChg chg="mod">
            <ac:chgData name="Karthikeya Maloth" userId="731837ddba21426d" providerId="LiveId" clId="{4203298A-11C3-42BF-9E24-3A33232D1292}" dt="2025-11-16T05:49:52.390" v="7689"/>
            <ac:spMkLst>
              <pc:docMk/>
              <pc:sldMasterMk cId="704774970" sldId="2147483746"/>
              <pc:sldLayoutMk cId="3841952352" sldId="2147483750"/>
              <ac:spMk id="3" creationId="{8E319C75-D972-61D2-BEBA-7A8E9FFC6E51}"/>
            </ac:spMkLst>
          </pc:spChg>
          <pc:spChg chg="mod">
            <ac:chgData name="Karthikeya Maloth" userId="731837ddba21426d" providerId="LiveId" clId="{4203298A-11C3-42BF-9E24-3A33232D1292}" dt="2025-11-16T05:49:52.390" v="7689"/>
            <ac:spMkLst>
              <pc:docMk/>
              <pc:sldMasterMk cId="704774970" sldId="2147483746"/>
              <pc:sldLayoutMk cId="3841952352" sldId="2147483750"/>
              <ac:spMk id="4" creationId="{2F64063B-61BE-0D0A-04F6-2814BF6713AB}"/>
            </ac:spMkLst>
          </pc:spChg>
        </pc:sldLayoutChg>
        <pc:sldLayoutChg chg="modSp">
          <pc:chgData name="Karthikeya Maloth" userId="731837ddba21426d" providerId="LiveId" clId="{4203298A-11C3-42BF-9E24-3A33232D1292}" dt="2025-11-16T05:49:52.390" v="7689"/>
          <pc:sldLayoutMkLst>
            <pc:docMk/>
            <pc:sldMasterMk cId="704774970" sldId="2147483746"/>
            <pc:sldLayoutMk cId="4153362034" sldId="2147483751"/>
          </pc:sldLayoutMkLst>
          <pc:spChg chg="mod">
            <ac:chgData name="Karthikeya Maloth" userId="731837ddba21426d" providerId="LiveId" clId="{4203298A-11C3-42BF-9E24-3A33232D1292}" dt="2025-11-16T05:49:52.390" v="7689"/>
            <ac:spMkLst>
              <pc:docMk/>
              <pc:sldMasterMk cId="704774970" sldId="2147483746"/>
              <pc:sldLayoutMk cId="4153362034" sldId="2147483751"/>
              <ac:spMk id="2" creationId="{EC921581-B260-0520-90A9-3076870FFEC2}"/>
            </ac:spMkLst>
          </pc:spChg>
          <pc:spChg chg="mod">
            <ac:chgData name="Karthikeya Maloth" userId="731837ddba21426d" providerId="LiveId" clId="{4203298A-11C3-42BF-9E24-3A33232D1292}" dt="2025-11-16T05:49:52.390" v="7689"/>
            <ac:spMkLst>
              <pc:docMk/>
              <pc:sldMasterMk cId="704774970" sldId="2147483746"/>
              <pc:sldLayoutMk cId="4153362034" sldId="2147483751"/>
              <ac:spMk id="3" creationId="{95420122-3BDA-B11C-87CB-0882EB895A83}"/>
            </ac:spMkLst>
          </pc:spChg>
          <pc:spChg chg="mod">
            <ac:chgData name="Karthikeya Maloth" userId="731837ddba21426d" providerId="LiveId" clId="{4203298A-11C3-42BF-9E24-3A33232D1292}" dt="2025-11-16T05:49:52.390" v="7689"/>
            <ac:spMkLst>
              <pc:docMk/>
              <pc:sldMasterMk cId="704774970" sldId="2147483746"/>
              <pc:sldLayoutMk cId="4153362034" sldId="2147483751"/>
              <ac:spMk id="4" creationId="{6EC8F2FD-86A5-4B4E-9161-2A23EB3D8C87}"/>
            </ac:spMkLst>
          </pc:spChg>
          <pc:spChg chg="mod">
            <ac:chgData name="Karthikeya Maloth" userId="731837ddba21426d" providerId="LiveId" clId="{4203298A-11C3-42BF-9E24-3A33232D1292}" dt="2025-11-16T05:49:52.390" v="7689"/>
            <ac:spMkLst>
              <pc:docMk/>
              <pc:sldMasterMk cId="704774970" sldId="2147483746"/>
              <pc:sldLayoutMk cId="4153362034" sldId="2147483751"/>
              <ac:spMk id="5" creationId="{A2791F0B-42BD-AF49-1B61-443C66A0903E}"/>
            </ac:spMkLst>
          </pc:spChg>
          <pc:spChg chg="mod">
            <ac:chgData name="Karthikeya Maloth" userId="731837ddba21426d" providerId="LiveId" clId="{4203298A-11C3-42BF-9E24-3A33232D1292}" dt="2025-11-16T05:49:52.390" v="7689"/>
            <ac:spMkLst>
              <pc:docMk/>
              <pc:sldMasterMk cId="704774970" sldId="2147483746"/>
              <pc:sldLayoutMk cId="4153362034" sldId="2147483751"/>
              <ac:spMk id="6" creationId="{8A1A4111-0B0F-E88F-A520-F5E18A9CF106}"/>
            </ac:spMkLst>
          </pc:spChg>
        </pc:sldLayoutChg>
        <pc:sldLayoutChg chg="modSp">
          <pc:chgData name="Karthikeya Maloth" userId="731837ddba21426d" providerId="LiveId" clId="{4203298A-11C3-42BF-9E24-3A33232D1292}" dt="2025-11-16T05:49:52.390" v="7689"/>
          <pc:sldLayoutMkLst>
            <pc:docMk/>
            <pc:sldMasterMk cId="704774970" sldId="2147483746"/>
            <pc:sldLayoutMk cId="4077189590" sldId="2147483754"/>
          </pc:sldLayoutMkLst>
          <pc:spChg chg="mod">
            <ac:chgData name="Karthikeya Maloth" userId="731837ddba21426d" providerId="LiveId" clId="{4203298A-11C3-42BF-9E24-3A33232D1292}" dt="2025-11-16T05:49:52.390" v="7689"/>
            <ac:spMkLst>
              <pc:docMk/>
              <pc:sldMasterMk cId="704774970" sldId="2147483746"/>
              <pc:sldLayoutMk cId="4077189590" sldId="2147483754"/>
              <ac:spMk id="2" creationId="{79EF6888-B940-E445-3BD8-54F6FA6BC113}"/>
            </ac:spMkLst>
          </pc:spChg>
          <pc:spChg chg="mod">
            <ac:chgData name="Karthikeya Maloth" userId="731837ddba21426d" providerId="LiveId" clId="{4203298A-11C3-42BF-9E24-3A33232D1292}" dt="2025-11-16T05:49:52.390" v="7689"/>
            <ac:spMkLst>
              <pc:docMk/>
              <pc:sldMasterMk cId="704774970" sldId="2147483746"/>
              <pc:sldLayoutMk cId="4077189590" sldId="2147483754"/>
              <ac:spMk id="3" creationId="{3D9ED41E-BD70-2E7B-7902-3204DCF8B09C}"/>
            </ac:spMkLst>
          </pc:spChg>
          <pc:spChg chg="mod">
            <ac:chgData name="Karthikeya Maloth" userId="731837ddba21426d" providerId="LiveId" clId="{4203298A-11C3-42BF-9E24-3A33232D1292}" dt="2025-11-16T05:49:52.390" v="7689"/>
            <ac:spMkLst>
              <pc:docMk/>
              <pc:sldMasterMk cId="704774970" sldId="2147483746"/>
              <pc:sldLayoutMk cId="4077189590" sldId="2147483754"/>
              <ac:spMk id="4" creationId="{D4AF2417-0F89-2DD8-3BE6-A33BB507E8A2}"/>
            </ac:spMkLst>
          </pc:spChg>
        </pc:sldLayoutChg>
        <pc:sldLayoutChg chg="modSp">
          <pc:chgData name="Karthikeya Maloth" userId="731837ddba21426d" providerId="LiveId" clId="{4203298A-11C3-42BF-9E24-3A33232D1292}" dt="2025-11-16T05:49:52.390" v="7689"/>
          <pc:sldLayoutMkLst>
            <pc:docMk/>
            <pc:sldMasterMk cId="704774970" sldId="2147483746"/>
            <pc:sldLayoutMk cId="3313025150" sldId="2147483755"/>
          </pc:sldLayoutMkLst>
          <pc:spChg chg="mod">
            <ac:chgData name="Karthikeya Maloth" userId="731837ddba21426d" providerId="LiveId" clId="{4203298A-11C3-42BF-9E24-3A33232D1292}" dt="2025-11-16T05:49:52.390" v="7689"/>
            <ac:spMkLst>
              <pc:docMk/>
              <pc:sldMasterMk cId="704774970" sldId="2147483746"/>
              <pc:sldLayoutMk cId="3313025150" sldId="2147483755"/>
              <ac:spMk id="2" creationId="{9BB01789-AF6C-4729-8A60-2F235B622049}"/>
            </ac:spMkLst>
          </pc:spChg>
          <pc:spChg chg="mod">
            <ac:chgData name="Karthikeya Maloth" userId="731837ddba21426d" providerId="LiveId" clId="{4203298A-11C3-42BF-9E24-3A33232D1292}" dt="2025-11-16T05:49:52.390" v="7689"/>
            <ac:spMkLst>
              <pc:docMk/>
              <pc:sldMasterMk cId="704774970" sldId="2147483746"/>
              <pc:sldLayoutMk cId="3313025150" sldId="2147483755"/>
              <ac:spMk id="3" creationId="{B99A7576-2235-EE01-3921-DF1A05D5EF09}"/>
            </ac:spMkLst>
          </pc:spChg>
          <pc:spChg chg="mod">
            <ac:chgData name="Karthikeya Maloth" userId="731837ddba21426d" providerId="LiveId" clId="{4203298A-11C3-42BF-9E24-3A33232D1292}" dt="2025-11-16T05:49:52.390" v="7689"/>
            <ac:spMkLst>
              <pc:docMk/>
              <pc:sldMasterMk cId="704774970" sldId="2147483746"/>
              <pc:sldLayoutMk cId="3313025150" sldId="2147483755"/>
              <ac:spMk id="4" creationId="{0A5816CD-5041-77CB-77B6-68EDF07484EF}"/>
            </ac:spMkLst>
          </pc:spChg>
        </pc:sldLayoutChg>
        <pc:sldLayoutChg chg="modSp">
          <pc:chgData name="Karthikeya Maloth" userId="731837ddba21426d" providerId="LiveId" clId="{4203298A-11C3-42BF-9E24-3A33232D1292}" dt="2025-11-16T05:49:52.390" v="7689"/>
          <pc:sldLayoutMkLst>
            <pc:docMk/>
            <pc:sldMasterMk cId="704774970" sldId="2147483746"/>
            <pc:sldLayoutMk cId="1754558609" sldId="2147483757"/>
          </pc:sldLayoutMkLst>
          <pc:spChg chg="mod">
            <ac:chgData name="Karthikeya Maloth" userId="731837ddba21426d" providerId="LiveId" clId="{4203298A-11C3-42BF-9E24-3A33232D1292}" dt="2025-11-16T05:49:52.390" v="7689"/>
            <ac:spMkLst>
              <pc:docMk/>
              <pc:sldMasterMk cId="704774970" sldId="2147483746"/>
              <pc:sldLayoutMk cId="1754558609" sldId="2147483757"/>
              <ac:spMk id="2" creationId="{9ACA4682-3008-E1AC-D784-5A533E3BC5AF}"/>
            </ac:spMkLst>
          </pc:spChg>
          <pc:spChg chg="mod">
            <ac:chgData name="Karthikeya Maloth" userId="731837ddba21426d" providerId="LiveId" clId="{4203298A-11C3-42BF-9E24-3A33232D1292}" dt="2025-11-16T05:49:52.390" v="7689"/>
            <ac:spMkLst>
              <pc:docMk/>
              <pc:sldMasterMk cId="704774970" sldId="2147483746"/>
              <pc:sldLayoutMk cId="1754558609" sldId="2147483757"/>
              <ac:spMk id="3" creationId="{1F594D79-E5AE-5B8C-CFE0-82B4F7E82C46}"/>
            </ac:spMkLst>
          </pc:spChg>
        </pc:sldLayoutChg>
      </pc:sldMaster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5T06:48:23.483"/>
    </inkml:context>
    <inkml:brush xml:id="br0">
      <inkml:brushProperty name="width" value="0.035" units="cm"/>
      <inkml:brushProperty name="height" value="0.035" units="cm"/>
      <inkml:brushProperty name="color" value="#66CC00"/>
    </inkml:brush>
  </inkml:definitions>
  <inkml:trace contextRef="#ctx0" brushRef="#br0">33 0 24575,'-14'0'0,"-5"0"-8191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5T06:48:37.725"/>
    </inkml:context>
    <inkml:brush xml:id="br0">
      <inkml:brushProperty name="width" value="0.035" units="cm"/>
      <inkml:brushProperty name="height" value="0.035" units="cm"/>
      <inkml:brushProperty name="color" value="#66CC00"/>
    </inkml:brush>
  </inkml:definitions>
  <inkml:trace contextRef="#ctx0" brushRef="#br0">0 0 24575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B32949-454B-3046-88E0-46C055A32DBD}" type="datetimeFigureOut">
              <a:rPr lang="en-US" smtClean="0"/>
              <a:t>11/20/2025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1A7CCD-0267-0E4F-9798-9A3779522F47}" type="slidenum">
              <a:rPr lang="en-US" smtClean="0"/>
              <a:t>‹#›</a:t>
            </a:fld>
            <a:endParaRPr lang="en-US"/>
          </a:p>
        </p:txBody>
      </p:sp>
    </p:spTree>
    <p:extLst>
      <p:ext uri="{BB962C8B-B14F-4D97-AF65-F5344CB8AC3E}">
        <p14:creationId xmlns:p14="http://schemas.microsoft.com/office/powerpoint/2010/main" val="1209849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91A7CCD-0267-0E4F-9798-9A3779522F47}" type="slidenum">
              <a:rPr lang="en-US" smtClean="0"/>
              <a:t>1</a:t>
            </a:fld>
            <a:endParaRPr lang="en-US"/>
          </a:p>
        </p:txBody>
      </p:sp>
    </p:spTree>
    <p:extLst>
      <p:ext uri="{BB962C8B-B14F-4D97-AF65-F5344CB8AC3E}">
        <p14:creationId xmlns:p14="http://schemas.microsoft.com/office/powerpoint/2010/main" val="26217357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91A7CCD-0267-0E4F-9798-9A3779522F47}" type="slidenum">
              <a:rPr lang="en-US" smtClean="0"/>
              <a:t>2</a:t>
            </a:fld>
            <a:endParaRPr lang="en-US"/>
          </a:p>
        </p:txBody>
      </p:sp>
    </p:spTree>
    <p:extLst>
      <p:ext uri="{BB962C8B-B14F-4D97-AF65-F5344CB8AC3E}">
        <p14:creationId xmlns:p14="http://schemas.microsoft.com/office/powerpoint/2010/main" val="25726601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91A7CCD-0267-0E4F-9798-9A3779522F47}" type="slidenum">
              <a:rPr lang="en-US" smtClean="0"/>
              <a:t>3</a:t>
            </a:fld>
            <a:endParaRPr lang="en-US"/>
          </a:p>
        </p:txBody>
      </p:sp>
    </p:spTree>
    <p:extLst>
      <p:ext uri="{BB962C8B-B14F-4D97-AF65-F5344CB8AC3E}">
        <p14:creationId xmlns:p14="http://schemas.microsoft.com/office/powerpoint/2010/main" val="5344207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CC8FE-ECA3-C78C-1C12-6EAE094AC2B0}"/>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321E8026-ACFC-9BB7-8390-F4509FC47957}"/>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04A3833-8717-4132-CF7C-786A4D661459}"/>
              </a:ext>
            </a:extLst>
          </p:cNvPr>
          <p:cNvSpPr>
            <a:spLocks noGrp="1"/>
          </p:cNvSpPr>
          <p:nvPr>
            <p:ph type="dt" sz="half" idx="10"/>
          </p:nvPr>
        </p:nvSpPr>
        <p:spPr/>
        <p:txBody>
          <a:bodyPr/>
          <a:lstStyle/>
          <a:p>
            <a:fld id="{91F9259A-1FE3-4FF9-8A07-BDD8177164ED}" type="datetime4">
              <a:rPr lang="en-US" smtClean="0"/>
              <a:t>November 20, 2025</a:t>
            </a:fld>
            <a:endParaRPr lang="en-US"/>
          </a:p>
        </p:txBody>
      </p:sp>
      <p:sp>
        <p:nvSpPr>
          <p:cNvPr id="5" name="Footer Placeholder 4">
            <a:extLst>
              <a:ext uri="{FF2B5EF4-FFF2-40B4-BE49-F238E27FC236}">
                <a16:creationId xmlns:a16="http://schemas.microsoft.com/office/drawing/2014/main" id="{FA5365F1-EC5B-D773-AD4A-ED9627D3F6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F383C7-103C-DBEB-8DF2-2D22C7F64269}"/>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27930867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93EB2-B4DF-5335-D916-FA76CBD3E21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4FE422-7712-680F-4C0D-EA87209655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700FC81-C993-BFFA-84D5-9358362CB2C7}"/>
              </a:ext>
            </a:extLst>
          </p:cNvPr>
          <p:cNvSpPr>
            <a:spLocks noGrp="1"/>
          </p:cNvSpPr>
          <p:nvPr>
            <p:ph type="dt" sz="half" idx="10"/>
          </p:nvPr>
        </p:nvSpPr>
        <p:spPr/>
        <p:txBody>
          <a:bodyPr/>
          <a:lstStyle/>
          <a:p>
            <a:fld id="{5D340FED-6E95-4177-A7EF-CD303B9E611D}" type="datetime4">
              <a:rPr lang="en-US" smtClean="0"/>
              <a:t>November 20, 2025</a:t>
            </a:fld>
            <a:endParaRPr lang="en-US"/>
          </a:p>
        </p:txBody>
      </p:sp>
      <p:sp>
        <p:nvSpPr>
          <p:cNvPr id="5" name="Footer Placeholder 4">
            <a:extLst>
              <a:ext uri="{FF2B5EF4-FFF2-40B4-BE49-F238E27FC236}">
                <a16:creationId xmlns:a16="http://schemas.microsoft.com/office/drawing/2014/main" id="{42A0E9C2-8FD3-243C-42CD-DB8BA722B8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E53056-3D7A-5F8F-DCFD-046776015DF0}"/>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33144990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4B059-B7D6-321B-F4E8-AF2D12ACE53A}"/>
              </a:ext>
            </a:extLst>
          </p:cNvPr>
          <p:cNvSpPr>
            <a:spLocks noGrp="1"/>
          </p:cNvSpPr>
          <p:nvPr>
            <p:ph type="title"/>
          </p:nvPr>
        </p:nvSpPr>
        <p:spPr>
          <a:xfrm>
            <a:off x="623888" y="1709741"/>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3B5F73D-8A5F-388C-E666-5C5BB38BDEF9}"/>
              </a:ext>
            </a:extLst>
          </p:cNvPr>
          <p:cNvSpPr>
            <a:spLocks noGrp="1"/>
          </p:cNvSpPr>
          <p:nvPr>
            <p:ph type="body" idx="1"/>
          </p:nvPr>
        </p:nvSpPr>
        <p:spPr>
          <a:xfrm>
            <a:off x="623888" y="4589466"/>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184654-FB48-31A1-5D53-4A7B977D5220}"/>
              </a:ext>
            </a:extLst>
          </p:cNvPr>
          <p:cNvSpPr>
            <a:spLocks noGrp="1"/>
          </p:cNvSpPr>
          <p:nvPr>
            <p:ph type="dt" sz="half" idx="10"/>
          </p:nvPr>
        </p:nvSpPr>
        <p:spPr/>
        <p:txBody>
          <a:bodyPr/>
          <a:lstStyle/>
          <a:p>
            <a:fld id="{477962CB-39AD-45A9-800F-54DAB53D6021}" type="datetime4">
              <a:rPr lang="en-US" smtClean="0"/>
              <a:t>November 20, 2025</a:t>
            </a:fld>
            <a:endParaRPr lang="en-US"/>
          </a:p>
        </p:txBody>
      </p:sp>
      <p:sp>
        <p:nvSpPr>
          <p:cNvPr id="5" name="Footer Placeholder 4">
            <a:extLst>
              <a:ext uri="{FF2B5EF4-FFF2-40B4-BE49-F238E27FC236}">
                <a16:creationId xmlns:a16="http://schemas.microsoft.com/office/drawing/2014/main" id="{FF1A3E0F-666F-1736-724C-43AE08A683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BB60D7-30AE-FF9A-63D8-8B86328D0F5F}"/>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2415819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CBD2B-D8E6-53E9-7E29-742F8924140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E319C75-D972-61D2-BEBA-7A8E9FFC6E51}"/>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F64063B-61BE-0D0A-04F6-2814BF6713AB}"/>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0649D74-FEF2-04EB-F561-2ACFB804A83D}"/>
              </a:ext>
            </a:extLst>
          </p:cNvPr>
          <p:cNvSpPr>
            <a:spLocks noGrp="1"/>
          </p:cNvSpPr>
          <p:nvPr>
            <p:ph type="dt" sz="half" idx="10"/>
          </p:nvPr>
        </p:nvSpPr>
        <p:spPr/>
        <p:txBody>
          <a:bodyPr/>
          <a:lstStyle/>
          <a:p>
            <a:fld id="{2DEDF93D-55AB-4606-B9D7-742F1FC51983}" type="datetime4">
              <a:rPr lang="en-US" smtClean="0"/>
              <a:t>November 20, 2025</a:t>
            </a:fld>
            <a:endParaRPr lang="en-US"/>
          </a:p>
        </p:txBody>
      </p:sp>
      <p:sp>
        <p:nvSpPr>
          <p:cNvPr id="6" name="Footer Placeholder 5">
            <a:extLst>
              <a:ext uri="{FF2B5EF4-FFF2-40B4-BE49-F238E27FC236}">
                <a16:creationId xmlns:a16="http://schemas.microsoft.com/office/drawing/2014/main" id="{7B600548-D03D-55DA-C38E-9D8173428F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553972-885D-47EC-0F07-804C13FFA041}"/>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38419523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21581-B260-0520-90A9-3076870FFEC2}"/>
              </a:ext>
            </a:extLst>
          </p:cNvPr>
          <p:cNvSpPr>
            <a:spLocks noGrp="1"/>
          </p:cNvSpPr>
          <p:nvPr>
            <p:ph type="title"/>
          </p:nvPr>
        </p:nvSpPr>
        <p:spPr>
          <a:xfrm>
            <a:off x="629841" y="365128"/>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5420122-3BDA-B11C-87CB-0882EB895A83}"/>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6EC8F2FD-86A5-4B4E-9161-2A23EB3D8C87}"/>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2791F0B-42BD-AF49-1B61-443C66A0903E}"/>
              </a:ext>
            </a:extLst>
          </p:cNvPr>
          <p:cNvSpPr>
            <a:spLocks noGrp="1"/>
          </p:cNvSpPr>
          <p:nvPr>
            <p:ph type="body" sz="quarter" idx="3"/>
          </p:nvPr>
        </p:nvSpPr>
        <p:spPr>
          <a:xfrm>
            <a:off x="4629151"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8A1A4111-0B0F-E88F-A520-F5E18A9CF106}"/>
              </a:ext>
            </a:extLst>
          </p:cNvPr>
          <p:cNvSpPr>
            <a:spLocks noGrp="1"/>
          </p:cNvSpPr>
          <p:nvPr>
            <p:ph sz="quarter" idx="4"/>
          </p:nvPr>
        </p:nvSpPr>
        <p:spPr>
          <a:xfrm>
            <a:off x="4629151"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23EBB80-B9A9-0E9B-BF20-EF52C4842A4F}"/>
              </a:ext>
            </a:extLst>
          </p:cNvPr>
          <p:cNvSpPr>
            <a:spLocks noGrp="1"/>
          </p:cNvSpPr>
          <p:nvPr>
            <p:ph type="dt" sz="half" idx="10"/>
          </p:nvPr>
        </p:nvSpPr>
        <p:spPr/>
        <p:txBody>
          <a:bodyPr/>
          <a:lstStyle/>
          <a:p>
            <a:fld id="{DDF2841D-FB5C-47AB-B2FF-32E855C1EA71}" type="datetime4">
              <a:rPr lang="en-US" smtClean="0"/>
              <a:t>November 20, 2025</a:t>
            </a:fld>
            <a:endParaRPr lang="en-US"/>
          </a:p>
        </p:txBody>
      </p:sp>
      <p:sp>
        <p:nvSpPr>
          <p:cNvPr id="8" name="Footer Placeholder 7">
            <a:extLst>
              <a:ext uri="{FF2B5EF4-FFF2-40B4-BE49-F238E27FC236}">
                <a16:creationId xmlns:a16="http://schemas.microsoft.com/office/drawing/2014/main" id="{2371C9F3-4B2D-A43B-E70C-6285D6347CC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6365B33-98E6-6526-5595-2FA5954FD8CE}"/>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4153362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41A96-5CCC-F368-4B27-380A7099C0E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3639AE5-C32B-0D68-6C49-43696E676327}"/>
              </a:ext>
            </a:extLst>
          </p:cNvPr>
          <p:cNvSpPr>
            <a:spLocks noGrp="1"/>
          </p:cNvSpPr>
          <p:nvPr>
            <p:ph type="dt" sz="half" idx="10"/>
          </p:nvPr>
        </p:nvSpPr>
        <p:spPr/>
        <p:txBody>
          <a:bodyPr/>
          <a:lstStyle/>
          <a:p>
            <a:fld id="{118537E9-D174-424D-BEE8-AFC4CA5F9F97}" type="datetime4">
              <a:rPr lang="en-US" smtClean="0"/>
              <a:t>November 20, 2025</a:t>
            </a:fld>
            <a:endParaRPr lang="en-US"/>
          </a:p>
        </p:txBody>
      </p:sp>
      <p:sp>
        <p:nvSpPr>
          <p:cNvPr id="4" name="Footer Placeholder 3">
            <a:extLst>
              <a:ext uri="{FF2B5EF4-FFF2-40B4-BE49-F238E27FC236}">
                <a16:creationId xmlns:a16="http://schemas.microsoft.com/office/drawing/2014/main" id="{AE77BE8E-224E-7D04-0A15-7750799AFCA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1A0A535-B00F-0473-81BE-C0E0B97DCEAB}"/>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3811799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495FFD-501F-B595-A139-C79A6EB992DE}"/>
              </a:ext>
            </a:extLst>
          </p:cNvPr>
          <p:cNvSpPr>
            <a:spLocks noGrp="1"/>
          </p:cNvSpPr>
          <p:nvPr>
            <p:ph type="dt" sz="half" idx="10"/>
          </p:nvPr>
        </p:nvSpPr>
        <p:spPr/>
        <p:txBody>
          <a:bodyPr/>
          <a:lstStyle/>
          <a:p>
            <a:fld id="{1C7A44C0-F7AC-49C2-8289-1E7A86D9FB50}" type="datetime4">
              <a:rPr lang="en-US" smtClean="0"/>
              <a:t>November 20, 2025</a:t>
            </a:fld>
            <a:endParaRPr lang="en-US"/>
          </a:p>
        </p:txBody>
      </p:sp>
      <p:sp>
        <p:nvSpPr>
          <p:cNvPr id="3" name="Footer Placeholder 2">
            <a:extLst>
              <a:ext uri="{FF2B5EF4-FFF2-40B4-BE49-F238E27FC236}">
                <a16:creationId xmlns:a16="http://schemas.microsoft.com/office/drawing/2014/main" id="{E1F780E3-149A-0961-DA0C-54818F77351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5DEAD46-4022-9169-CCA9-E62890F98EB6}"/>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3019647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F6888-B940-E445-3BD8-54F6FA6BC113}"/>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D9ED41E-BD70-2E7B-7902-3204DCF8B09C}"/>
              </a:ext>
            </a:extLst>
          </p:cNvPr>
          <p:cNvSpPr>
            <a:spLocks noGrp="1"/>
          </p:cNvSpPr>
          <p:nvPr>
            <p:ph idx="1"/>
          </p:nvPr>
        </p:nvSpPr>
        <p:spPr>
          <a:xfrm>
            <a:off x="3887391" y="987428"/>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4AF2417-0F89-2DD8-3BE6-A33BB507E8A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B482BEE-83B4-C3DA-2581-69F7827692AE}"/>
              </a:ext>
            </a:extLst>
          </p:cNvPr>
          <p:cNvSpPr>
            <a:spLocks noGrp="1"/>
          </p:cNvSpPr>
          <p:nvPr>
            <p:ph type="dt" sz="half" idx="10"/>
          </p:nvPr>
        </p:nvSpPr>
        <p:spPr/>
        <p:txBody>
          <a:bodyPr/>
          <a:lstStyle/>
          <a:p>
            <a:fld id="{73BB84BC-6E78-40D1-8831-40AB1F596614}" type="datetime4">
              <a:rPr lang="en-US" smtClean="0"/>
              <a:t>November 20, 2025</a:t>
            </a:fld>
            <a:endParaRPr lang="en-US"/>
          </a:p>
        </p:txBody>
      </p:sp>
      <p:sp>
        <p:nvSpPr>
          <p:cNvPr id="6" name="Footer Placeholder 5">
            <a:extLst>
              <a:ext uri="{FF2B5EF4-FFF2-40B4-BE49-F238E27FC236}">
                <a16:creationId xmlns:a16="http://schemas.microsoft.com/office/drawing/2014/main" id="{741A01E4-B99C-65A6-BB57-D84917A419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CAC230-FE89-AFD2-76E4-808F6E69AD1F}"/>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4077189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01789-AF6C-4729-8A60-2F235B622049}"/>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99A7576-2235-EE01-3921-DF1A05D5EF09}"/>
              </a:ext>
            </a:extLst>
          </p:cNvPr>
          <p:cNvSpPr>
            <a:spLocks noGrp="1"/>
          </p:cNvSpPr>
          <p:nvPr>
            <p:ph type="pic" idx="1"/>
          </p:nvPr>
        </p:nvSpPr>
        <p:spPr>
          <a:xfrm>
            <a:off x="3887391" y="987428"/>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0A5816CD-5041-77CB-77B6-68EDF07484EF}"/>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11AFDA5-39ED-32D6-ACBA-1FB2F1B4A6D5}"/>
              </a:ext>
            </a:extLst>
          </p:cNvPr>
          <p:cNvSpPr>
            <a:spLocks noGrp="1"/>
          </p:cNvSpPr>
          <p:nvPr>
            <p:ph type="dt" sz="half" idx="10"/>
          </p:nvPr>
        </p:nvSpPr>
        <p:spPr/>
        <p:txBody>
          <a:bodyPr/>
          <a:lstStyle/>
          <a:p>
            <a:fld id="{ADFA080F-3961-4D42-BEDE-84A1FED032F1}" type="datetime4">
              <a:rPr lang="en-US" smtClean="0"/>
              <a:t>November 20, 2025</a:t>
            </a:fld>
            <a:endParaRPr lang="en-US"/>
          </a:p>
        </p:txBody>
      </p:sp>
      <p:sp>
        <p:nvSpPr>
          <p:cNvPr id="6" name="Footer Placeholder 5">
            <a:extLst>
              <a:ext uri="{FF2B5EF4-FFF2-40B4-BE49-F238E27FC236}">
                <a16:creationId xmlns:a16="http://schemas.microsoft.com/office/drawing/2014/main" id="{1766A2EC-622F-EDDF-C260-3D0DB6CE26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BB6E96-0A9F-C697-12D2-99E1AE03D1E9}"/>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3313025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FF252-5BDC-CAD0-8E28-1F4A95B4F9F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1B0FDAA-866A-E27D-9388-F58300AA987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3EAA9D-BE03-CB34-9A72-5B185FD382EC}"/>
              </a:ext>
            </a:extLst>
          </p:cNvPr>
          <p:cNvSpPr>
            <a:spLocks noGrp="1"/>
          </p:cNvSpPr>
          <p:nvPr>
            <p:ph type="dt" sz="half" idx="10"/>
          </p:nvPr>
        </p:nvSpPr>
        <p:spPr/>
        <p:txBody>
          <a:bodyPr/>
          <a:lstStyle/>
          <a:p>
            <a:fld id="{E5CC3C8F-D4A7-4EAD-92AD-82C91CB8BB85}" type="datetime4">
              <a:rPr lang="en-US" smtClean="0"/>
              <a:t>November 20, 2025</a:t>
            </a:fld>
            <a:endParaRPr lang="en-US"/>
          </a:p>
        </p:txBody>
      </p:sp>
      <p:sp>
        <p:nvSpPr>
          <p:cNvPr id="5" name="Footer Placeholder 4">
            <a:extLst>
              <a:ext uri="{FF2B5EF4-FFF2-40B4-BE49-F238E27FC236}">
                <a16:creationId xmlns:a16="http://schemas.microsoft.com/office/drawing/2014/main" id="{F8EA15A4-925D-6A97-8788-6C10176722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BC94A2-FEE4-E4DD-53DE-473AFB33580F}"/>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24484521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CA4682-3008-E1AC-D784-5A533E3BC5AF}"/>
              </a:ext>
            </a:extLst>
          </p:cNvPr>
          <p:cNvSpPr>
            <a:spLocks noGrp="1"/>
          </p:cNvSpPr>
          <p:nvPr>
            <p:ph type="title" orient="vert"/>
          </p:nvPr>
        </p:nvSpPr>
        <p:spPr>
          <a:xfrm>
            <a:off x="6543676"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F594D79-E5AE-5B8C-CFE0-82B4F7E82C46}"/>
              </a:ext>
            </a:extLst>
          </p:cNvPr>
          <p:cNvSpPr>
            <a:spLocks noGrp="1"/>
          </p:cNvSpPr>
          <p:nvPr>
            <p:ph type="body" orient="vert" idx="1"/>
          </p:nvPr>
        </p:nvSpPr>
        <p:spPr>
          <a:xfrm>
            <a:off x="628651"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3676AE-7BB1-6C1B-8FFC-465269196EAC}"/>
              </a:ext>
            </a:extLst>
          </p:cNvPr>
          <p:cNvSpPr>
            <a:spLocks noGrp="1"/>
          </p:cNvSpPr>
          <p:nvPr>
            <p:ph type="dt" sz="half" idx="10"/>
          </p:nvPr>
        </p:nvSpPr>
        <p:spPr/>
        <p:txBody>
          <a:bodyPr/>
          <a:lstStyle/>
          <a:p>
            <a:fld id="{BC011D41-E33C-4BC7-8272-37E8417FD097}" type="datetime4">
              <a:rPr lang="en-US" smtClean="0"/>
              <a:t>November 20, 2025</a:t>
            </a:fld>
            <a:endParaRPr lang="en-US"/>
          </a:p>
        </p:txBody>
      </p:sp>
      <p:sp>
        <p:nvSpPr>
          <p:cNvPr id="5" name="Footer Placeholder 4">
            <a:extLst>
              <a:ext uri="{FF2B5EF4-FFF2-40B4-BE49-F238E27FC236}">
                <a16:creationId xmlns:a16="http://schemas.microsoft.com/office/drawing/2014/main" id="{03B5B51B-7EEE-9B1D-8129-5436687F34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BE8C0E-916E-B8DF-4C4F-98077D417982}"/>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1754558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3E478A-A833-4709-A2D2-9AED6A3DAA20}"/>
              </a:ext>
            </a:extLst>
          </p:cNvPr>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6A2159A-2F4F-2C3F-027B-1051075E1ACE}"/>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1C61EF-26BF-FA34-11B6-2A5D78AF2257}"/>
              </a:ext>
            </a:extLst>
          </p:cNvPr>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A33960BD-7AC1-4217-9611-AAA56D3EE38F}" type="datetime4">
              <a:rPr lang="en-US" smtClean="0"/>
              <a:pPr/>
              <a:t>November 20, 2025</a:t>
            </a:fld>
            <a:endParaRPr lang="en-US">
              <a:latin typeface="+mn-lt"/>
            </a:endParaRPr>
          </a:p>
        </p:txBody>
      </p:sp>
      <p:sp>
        <p:nvSpPr>
          <p:cNvPr id="5" name="Footer Placeholder 4">
            <a:extLst>
              <a:ext uri="{FF2B5EF4-FFF2-40B4-BE49-F238E27FC236}">
                <a16:creationId xmlns:a16="http://schemas.microsoft.com/office/drawing/2014/main" id="{0A2062BE-A3AB-7BA9-960D-84BF2286A112}"/>
              </a:ext>
            </a:extLst>
          </p:cNvPr>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latin typeface="+mn-lt"/>
            </a:endParaRPr>
          </a:p>
        </p:txBody>
      </p:sp>
      <p:sp>
        <p:nvSpPr>
          <p:cNvPr id="6" name="Slide Number Placeholder 5">
            <a:extLst>
              <a:ext uri="{FF2B5EF4-FFF2-40B4-BE49-F238E27FC236}">
                <a16:creationId xmlns:a16="http://schemas.microsoft.com/office/drawing/2014/main" id="{D5D9B458-E68D-5EB5-8145-B8C3591A9C25}"/>
              </a:ext>
            </a:extLst>
          </p:cNvPr>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9D4AEF59-F28E-467C-9EA3-92D1CFAD475A}" type="slidenum">
              <a:rPr lang="en-US" smtClean="0"/>
              <a:pPr/>
              <a:t>‹#›</a:t>
            </a:fld>
            <a:endParaRPr lang="en-US">
              <a:latin typeface="+mn-lt"/>
            </a:endParaRPr>
          </a:p>
        </p:txBody>
      </p:sp>
    </p:spTree>
    <p:extLst>
      <p:ext uri="{BB962C8B-B14F-4D97-AF65-F5344CB8AC3E}">
        <p14:creationId xmlns:p14="http://schemas.microsoft.com/office/powerpoint/2010/main" val="704774970"/>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customXml" Target="../ink/ink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5" name="Picture 54" descr="Electronics protoboard">
            <a:extLst>
              <a:ext uri="{FF2B5EF4-FFF2-40B4-BE49-F238E27FC236}">
                <a16:creationId xmlns:a16="http://schemas.microsoft.com/office/drawing/2014/main" id="{DD420A96-CBBB-3491-F353-A38E754BE731}"/>
              </a:ext>
            </a:extLst>
          </p:cNvPr>
          <p:cNvPicPr>
            <a:picLocks noChangeAspect="1"/>
          </p:cNvPicPr>
          <p:nvPr/>
        </p:nvPicPr>
        <p:blipFill rotWithShape="1">
          <a:blip r:embed="rId3">
            <a:duotone>
              <a:schemeClr val="bg2">
                <a:shade val="45000"/>
                <a:satMod val="135000"/>
              </a:schemeClr>
              <a:prstClr val="white"/>
            </a:duotone>
            <a:alphaModFix amt="35000"/>
          </a:blip>
          <a:srcRect t="15730"/>
          <a:stretch/>
        </p:blipFill>
        <p:spPr>
          <a:xfrm>
            <a:off x="15" y="-2599"/>
            <a:ext cx="9143985" cy="6326908"/>
          </a:xfrm>
          <a:prstGeom prst="rect">
            <a:avLst/>
          </a:prstGeom>
        </p:spPr>
      </p:pic>
      <p:pic>
        <p:nvPicPr>
          <p:cNvPr id="6" name="Picture 5" descr="A blue and white logo with text and a book&#10;&#10;Description automatically generated">
            <a:extLst>
              <a:ext uri="{FF2B5EF4-FFF2-40B4-BE49-F238E27FC236}">
                <a16:creationId xmlns:a16="http://schemas.microsoft.com/office/drawing/2014/main" id="{4AA9B830-0ACB-DE40-E304-AD152891E92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0714" y="70499"/>
            <a:ext cx="1568406" cy="1729716"/>
          </a:xfrm>
          <a:prstGeom prst="rect">
            <a:avLst/>
          </a:prstGeom>
        </p:spPr>
      </p:pic>
      <p:sp>
        <p:nvSpPr>
          <p:cNvPr id="7" name="TextBox 6">
            <a:extLst>
              <a:ext uri="{FF2B5EF4-FFF2-40B4-BE49-F238E27FC236}">
                <a16:creationId xmlns:a16="http://schemas.microsoft.com/office/drawing/2014/main" id="{F3A6E530-3533-6F8B-8A85-BE8C372BF76A}"/>
              </a:ext>
            </a:extLst>
          </p:cNvPr>
          <p:cNvSpPr txBox="1"/>
          <p:nvPr/>
        </p:nvSpPr>
        <p:spPr>
          <a:xfrm>
            <a:off x="1565468" y="1631199"/>
            <a:ext cx="6776100" cy="1015663"/>
          </a:xfrm>
          <a:prstGeom prst="rect">
            <a:avLst/>
          </a:prstGeom>
          <a:noFill/>
        </p:spPr>
        <p:txBody>
          <a:bodyPr wrap="square" rtlCol="0">
            <a:spAutoFit/>
          </a:bodyPr>
          <a:lstStyle/>
          <a:p>
            <a:pPr algn="l"/>
            <a:r>
              <a:rPr lang="en-US" sz="3000" b="1">
                <a:latin typeface="Times New Roman" panose="02020603050405020304" pitchFamily="18" charset="0"/>
                <a:cs typeface="Times New Roman" panose="02020603050405020304" pitchFamily="18" charset="0"/>
              </a:rPr>
              <a:t>P33</a:t>
            </a:r>
            <a:r>
              <a:rPr lang="en-IN" sz="3000" b="1">
                <a:latin typeface="Times New Roman" panose="02020603050405020304" pitchFamily="18" charset="0"/>
                <a:cs typeface="Times New Roman" panose="02020603050405020304" pitchFamily="18" charset="0"/>
              </a:rPr>
              <a:t>. Design of Primary and Secondary Controllers in HVDC systems</a:t>
            </a:r>
            <a:endParaRPr lang="en-US" sz="3000" b="1">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77E303A-BD15-96CF-77FE-9F661A2AC1C7}"/>
              </a:ext>
            </a:extLst>
          </p:cNvPr>
          <p:cNvSpPr txBox="1"/>
          <p:nvPr/>
        </p:nvSpPr>
        <p:spPr>
          <a:xfrm>
            <a:off x="0" y="6448947"/>
            <a:ext cx="9144000" cy="338554"/>
          </a:xfrm>
          <a:prstGeom prst="rect">
            <a:avLst/>
          </a:prstGeom>
          <a:noFill/>
        </p:spPr>
        <p:txBody>
          <a:bodyPr wrap="square">
            <a:spAutoFit/>
          </a:bodyPr>
          <a:lstStyle/>
          <a:p>
            <a:r>
              <a:rPr lang="en-IN" sz="1600">
                <a:latin typeface="Times New Roman" panose="02020603050405020304" pitchFamily="18" charset="0"/>
                <a:cs typeface="Times New Roman" panose="02020603050405020304" pitchFamily="18" charset="0"/>
              </a:rPr>
              <a:t>Young Faculty Research Seed Grant Proposal                  </a:t>
            </a:r>
            <a:r>
              <a:rPr lang="en-US" sz="1600">
                <a:latin typeface="Times New Roman" panose="02020603050405020304" pitchFamily="18" charset="0"/>
                <a:cs typeface="Times New Roman" panose="02020603050405020304" pitchFamily="18" charset="0"/>
              </a:rPr>
              <a:t>Dr. Lokesh Kumar Dewangan                                </a:t>
            </a:r>
          </a:p>
        </p:txBody>
      </p:sp>
      <p:sp>
        <p:nvSpPr>
          <p:cNvPr id="9" name="TextBox 8">
            <a:extLst>
              <a:ext uri="{FF2B5EF4-FFF2-40B4-BE49-F238E27FC236}">
                <a16:creationId xmlns:a16="http://schemas.microsoft.com/office/drawing/2014/main" id="{F0053EA0-BE86-C154-1006-120B30123CF0}"/>
              </a:ext>
            </a:extLst>
          </p:cNvPr>
          <p:cNvSpPr txBox="1"/>
          <p:nvPr/>
        </p:nvSpPr>
        <p:spPr>
          <a:xfrm>
            <a:off x="202707" y="4075331"/>
            <a:ext cx="3412826" cy="1277273"/>
          </a:xfrm>
          <a:prstGeom prst="rect">
            <a:avLst/>
          </a:prstGeom>
          <a:noFill/>
        </p:spPr>
        <p:txBody>
          <a:bodyPr wrap="square" lIns="91440" tIns="45720" rIns="91440" bIns="45720" rtlCol="0" anchor="t">
            <a:spAutoFit/>
          </a:bodyPr>
          <a:lstStyle/>
          <a:p>
            <a:pPr>
              <a:spcBef>
                <a:spcPts val="100"/>
              </a:spcBef>
              <a:spcAft>
                <a:spcPts val="100"/>
              </a:spcAft>
            </a:pPr>
            <a:r>
              <a:rPr lang="en-US">
                <a:latin typeface="Times New Roman"/>
                <a:cs typeface="Times New Roman"/>
              </a:rPr>
              <a:t>Presented by- Maloth Karthikeya</a:t>
            </a:r>
          </a:p>
          <a:p>
            <a:pPr>
              <a:spcBef>
                <a:spcPts val="100"/>
              </a:spcBef>
              <a:spcAft>
                <a:spcPts val="100"/>
              </a:spcAft>
            </a:pPr>
            <a:r>
              <a:rPr lang="en-US">
                <a:latin typeface="Times New Roman"/>
                <a:cs typeface="Times New Roman"/>
              </a:rPr>
              <a:t> 220002047</a:t>
            </a:r>
          </a:p>
          <a:p>
            <a:pPr>
              <a:spcBef>
                <a:spcPts val="300"/>
              </a:spcBef>
              <a:spcAft>
                <a:spcPts val="100"/>
              </a:spcAft>
            </a:pPr>
            <a:br>
              <a:rPr lang="en-US">
                <a:latin typeface="Times New Roman" panose="02020603050405020304" pitchFamily="18" charset="0"/>
                <a:cs typeface="Times New Roman" panose="02020603050405020304" pitchFamily="18" charset="0"/>
              </a:rPr>
            </a:br>
            <a:endParaRPr lang="en-US">
              <a:solidFill>
                <a:schemeClr val="tx1">
                  <a:lumMod val="85000"/>
                  <a:lumOff val="15000"/>
                </a:schemeClr>
              </a:solidFill>
            </a:endParaRPr>
          </a:p>
        </p:txBody>
      </p:sp>
      <p:pic>
        <p:nvPicPr>
          <p:cNvPr id="3" name="Picture 2" descr="A blue and gold logo&#10;&#10;Description automatically generated">
            <a:extLst>
              <a:ext uri="{FF2B5EF4-FFF2-40B4-BE49-F238E27FC236}">
                <a16:creationId xmlns:a16="http://schemas.microsoft.com/office/drawing/2014/main" id="{2BED5F81-D6C0-6601-2F99-22984C5FF14F}"/>
              </a:ext>
            </a:extLst>
          </p:cNvPr>
          <p:cNvPicPr>
            <a:picLocks noChangeAspect="1"/>
          </p:cNvPicPr>
          <p:nvPr/>
        </p:nvPicPr>
        <p:blipFill>
          <a:blip r:embed="rId5"/>
          <a:stretch>
            <a:fillRect/>
          </a:stretch>
        </p:blipFill>
        <p:spPr>
          <a:xfrm>
            <a:off x="7480043" y="231150"/>
            <a:ext cx="1323243" cy="1323243"/>
          </a:xfrm>
          <a:prstGeom prst="rect">
            <a:avLst/>
          </a:prstGeom>
        </p:spPr>
      </p:pic>
      <p:sp>
        <p:nvSpPr>
          <p:cNvPr id="8" name="Rectangle 7">
            <a:extLst>
              <a:ext uri="{FF2B5EF4-FFF2-40B4-BE49-F238E27FC236}">
                <a16:creationId xmlns:a16="http://schemas.microsoft.com/office/drawing/2014/main" id="{16955296-E032-75AF-89BC-E9B7E44E065A}"/>
              </a:ext>
            </a:extLst>
          </p:cNvPr>
          <p:cNvSpPr/>
          <p:nvPr/>
        </p:nvSpPr>
        <p:spPr>
          <a:xfrm>
            <a:off x="-1911" y="6292423"/>
            <a:ext cx="9145911" cy="63773"/>
          </a:xfrm>
          <a:prstGeom prst="rect">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39E44ECA-37E7-D102-E41A-52B91C180EDA}"/>
              </a:ext>
            </a:extLst>
          </p:cNvPr>
          <p:cNvSpPr/>
          <p:nvPr/>
        </p:nvSpPr>
        <p:spPr>
          <a:xfrm>
            <a:off x="-1910" y="6356197"/>
            <a:ext cx="9145911" cy="482367"/>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a:solidFill>
                  <a:schemeClr val="tx1"/>
                </a:solidFill>
                <a:latin typeface="Times New Roman"/>
                <a:cs typeface="Times New Roman"/>
              </a:rPr>
              <a:t>End-Semester Evaluation</a:t>
            </a:r>
            <a:r>
              <a:rPr lang="en-US" sz="1400">
                <a:solidFill>
                  <a:schemeClr val="tx1"/>
                </a:solidFill>
                <a:latin typeface="Times New Roman"/>
                <a:cs typeface="Times New Roman"/>
              </a:rPr>
              <a:t>                                       </a:t>
            </a:r>
            <a:r>
              <a:rPr lang="en-US" sz="1600">
                <a:solidFill>
                  <a:schemeClr val="tx1"/>
                </a:solidFill>
                <a:latin typeface="Times New Roman"/>
                <a:cs typeface="Times New Roman"/>
              </a:rPr>
              <a:t>Maloth Karthikeya                                                          1          </a:t>
            </a:r>
          </a:p>
        </p:txBody>
      </p:sp>
      <p:sp>
        <p:nvSpPr>
          <p:cNvPr id="11" name="TextBox 10">
            <a:extLst>
              <a:ext uri="{FF2B5EF4-FFF2-40B4-BE49-F238E27FC236}">
                <a16:creationId xmlns:a16="http://schemas.microsoft.com/office/drawing/2014/main" id="{E8596D15-8180-3F47-76B4-EA8C902A8050}"/>
              </a:ext>
            </a:extLst>
          </p:cNvPr>
          <p:cNvSpPr txBox="1"/>
          <p:nvPr/>
        </p:nvSpPr>
        <p:spPr>
          <a:xfrm>
            <a:off x="4844627" y="4075330"/>
            <a:ext cx="4239032" cy="1277273"/>
          </a:xfrm>
          <a:prstGeom prst="rect">
            <a:avLst/>
          </a:prstGeom>
          <a:noFill/>
        </p:spPr>
        <p:txBody>
          <a:bodyPr wrap="square">
            <a:spAutoFit/>
          </a:bodyPr>
          <a:lstStyle/>
          <a:p>
            <a:pPr>
              <a:spcBef>
                <a:spcPts val="300"/>
              </a:spcBef>
              <a:spcAft>
                <a:spcPts val="100"/>
              </a:spcAft>
            </a:pPr>
            <a:r>
              <a:rPr lang="en-US">
                <a:latin typeface="Times New Roman"/>
                <a:cs typeface="Times New Roman"/>
              </a:rPr>
              <a:t>Supervisor: Dr. Lokesh Kumar Dewangan</a:t>
            </a:r>
          </a:p>
          <a:p>
            <a:pPr>
              <a:spcBef>
                <a:spcPts val="100"/>
              </a:spcBef>
              <a:spcAft>
                <a:spcPts val="100"/>
              </a:spcAft>
            </a:pPr>
            <a:r>
              <a:rPr lang="en-US">
                <a:latin typeface="Times New Roman"/>
                <a:cs typeface="Times New Roman"/>
              </a:rPr>
              <a:t>Assistant Professor</a:t>
            </a:r>
          </a:p>
          <a:p>
            <a:pPr>
              <a:spcBef>
                <a:spcPts val="100"/>
              </a:spcBef>
              <a:spcAft>
                <a:spcPts val="100"/>
              </a:spcAft>
            </a:pPr>
            <a:r>
              <a:rPr lang="en-US">
                <a:latin typeface="Times New Roman"/>
                <a:cs typeface="Times New Roman"/>
              </a:rPr>
              <a:t>Co-supervisor: Dr. Sharad Kumar Singh</a:t>
            </a:r>
          </a:p>
          <a:p>
            <a:pPr>
              <a:spcBef>
                <a:spcPts val="100"/>
              </a:spcBef>
              <a:spcAft>
                <a:spcPts val="100"/>
              </a:spcAft>
            </a:pPr>
            <a:r>
              <a:rPr lang="en-US">
                <a:latin typeface="Times New Roman"/>
                <a:cs typeface="Times New Roman"/>
              </a:rPr>
              <a:t>Assistant Professor</a:t>
            </a:r>
            <a:endParaRPr lang="en-IN"/>
          </a:p>
        </p:txBody>
      </p:sp>
      <p:sp>
        <p:nvSpPr>
          <p:cNvPr id="13" name="TextBox 12">
            <a:extLst>
              <a:ext uri="{FF2B5EF4-FFF2-40B4-BE49-F238E27FC236}">
                <a16:creationId xmlns:a16="http://schemas.microsoft.com/office/drawing/2014/main" id="{5E84EA6B-7B16-3251-D18A-4CD74E863103}"/>
              </a:ext>
            </a:extLst>
          </p:cNvPr>
          <p:cNvSpPr txBox="1"/>
          <p:nvPr/>
        </p:nvSpPr>
        <p:spPr>
          <a:xfrm>
            <a:off x="1909120" y="5354813"/>
            <a:ext cx="4726988" cy="646331"/>
          </a:xfrm>
          <a:prstGeom prst="rect">
            <a:avLst/>
          </a:prstGeom>
          <a:noFill/>
        </p:spPr>
        <p:txBody>
          <a:bodyPr wrap="square">
            <a:spAutoFit/>
          </a:bodyPr>
          <a:lstStyle/>
          <a:p>
            <a:r>
              <a:rPr lang="en-US">
                <a:solidFill>
                  <a:schemeClr val="tx1">
                    <a:lumMod val="85000"/>
                    <a:lumOff val="15000"/>
                  </a:schemeClr>
                </a:solidFill>
                <a:latin typeface="Times New Roman"/>
                <a:cs typeface="Times New Roman"/>
              </a:rPr>
              <a:t>Department of Electrical Engineering, IIT Indore</a:t>
            </a:r>
            <a:br>
              <a:rPr lang="en-US">
                <a:latin typeface="Times New Roman" panose="02020603050405020304" pitchFamily="18" charset="0"/>
                <a:cs typeface="Times New Roman" panose="02020603050405020304" pitchFamily="18" charset="0"/>
              </a:rPr>
            </a:br>
            <a:r>
              <a:rPr lang="en-US">
                <a:latin typeface="Times New Roman" panose="02020603050405020304" pitchFamily="18" charset="0"/>
                <a:cs typeface="Times New Roman" panose="02020603050405020304" pitchFamily="18" charset="0"/>
              </a:rPr>
              <a:t>                     </a:t>
            </a:r>
            <a:r>
              <a:rPr lang="en-US">
                <a:solidFill>
                  <a:schemeClr val="tx1">
                    <a:lumMod val="85000"/>
                    <a:lumOff val="15000"/>
                  </a:schemeClr>
                </a:solidFill>
                <a:latin typeface="Times New Roman"/>
                <a:cs typeface="Times New Roman"/>
              </a:rPr>
              <a:t>21</a:t>
            </a:r>
            <a:r>
              <a:rPr lang="en-US" baseline="30000">
                <a:solidFill>
                  <a:schemeClr val="tx1">
                    <a:lumMod val="85000"/>
                    <a:lumOff val="15000"/>
                  </a:schemeClr>
                </a:solidFill>
                <a:latin typeface="Times New Roman"/>
                <a:cs typeface="Times New Roman"/>
              </a:rPr>
              <a:t>st</a:t>
            </a:r>
            <a:r>
              <a:rPr lang="en-US">
                <a:solidFill>
                  <a:schemeClr val="tx1">
                    <a:lumMod val="85000"/>
                    <a:lumOff val="15000"/>
                  </a:schemeClr>
                </a:solidFill>
                <a:latin typeface="Times New Roman"/>
                <a:cs typeface="Times New Roman"/>
              </a:rPr>
              <a:t> November 2025</a:t>
            </a:r>
            <a:endParaRPr lang="en-IN"/>
          </a:p>
        </p:txBody>
      </p:sp>
      <p:sp>
        <p:nvSpPr>
          <p:cNvPr id="16" name="TextBox 15">
            <a:extLst>
              <a:ext uri="{FF2B5EF4-FFF2-40B4-BE49-F238E27FC236}">
                <a16:creationId xmlns:a16="http://schemas.microsoft.com/office/drawing/2014/main" id="{E2726AA5-FF85-09ED-E4E0-0531B9F2EC09}"/>
              </a:ext>
            </a:extLst>
          </p:cNvPr>
          <p:cNvSpPr txBox="1"/>
          <p:nvPr/>
        </p:nvSpPr>
        <p:spPr>
          <a:xfrm>
            <a:off x="1808063" y="2662806"/>
            <a:ext cx="5385839" cy="1200329"/>
          </a:xfrm>
          <a:prstGeom prst="rect">
            <a:avLst/>
          </a:prstGeom>
          <a:noFill/>
        </p:spPr>
        <p:txBody>
          <a:bodyPr wrap="square" rtlCol="0">
            <a:spAutoFit/>
          </a:bodyPr>
          <a:lstStyle/>
          <a:p>
            <a:r>
              <a:rPr lang="en-IN" sz="2000">
                <a:latin typeface="Times New Roman" panose="02020603050405020304" pitchFamily="18" charset="0"/>
                <a:cs typeface="Times New Roman" panose="02020603050405020304" pitchFamily="18" charset="0"/>
              </a:rPr>
              <a:t>                               </a:t>
            </a:r>
            <a:r>
              <a:rPr lang="en-IN" sz="2400" b="1">
                <a:latin typeface="Times New Roman" panose="02020603050405020304" pitchFamily="18" charset="0"/>
                <a:cs typeface="Times New Roman" panose="02020603050405020304" pitchFamily="18" charset="0"/>
              </a:rPr>
              <a:t>EE-493</a:t>
            </a:r>
          </a:p>
          <a:p>
            <a:r>
              <a:rPr lang="en-IN" sz="2400" b="1">
                <a:latin typeface="Times New Roman" panose="02020603050405020304" pitchFamily="18" charset="0"/>
                <a:cs typeface="Times New Roman" panose="02020603050405020304" pitchFamily="18" charset="0"/>
              </a:rPr>
              <a:t>                B.TECH PROJECT</a:t>
            </a:r>
          </a:p>
          <a:p>
            <a:r>
              <a:rPr lang="en-IN" sz="2400" b="1">
                <a:latin typeface="Times New Roman" panose="02020603050405020304" pitchFamily="18" charset="0"/>
                <a:cs typeface="Times New Roman" panose="02020603050405020304" pitchFamily="18" charset="0"/>
              </a:rPr>
              <a:t>           End-Semester Evaluation</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30BFF-7B9C-F284-A275-B44F4C6829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E7F2A6-2C2C-4340-0939-AFD2E875887C}"/>
              </a:ext>
            </a:extLst>
          </p:cNvPr>
          <p:cNvSpPr>
            <a:spLocks noGrp="1"/>
          </p:cNvSpPr>
          <p:nvPr>
            <p:ph type="title"/>
          </p:nvPr>
        </p:nvSpPr>
        <p:spPr>
          <a:xfrm>
            <a:off x="390342" y="162840"/>
            <a:ext cx="4801769" cy="702302"/>
          </a:xfrm>
        </p:spPr>
        <p:txBody>
          <a:bodyPr>
            <a:normAutofit/>
          </a:bodyPr>
          <a:lstStyle/>
          <a:p>
            <a:r>
              <a:rPr lang="en-US" sz="3200" b="1">
                <a:latin typeface="Times New Roman" panose="02020603050405020304" pitchFamily="18" charset="0"/>
                <a:cs typeface="Times New Roman" panose="02020603050405020304" pitchFamily="18" charset="0"/>
              </a:rPr>
              <a:t>Outline</a:t>
            </a:r>
            <a:endParaRPr lang="en-US" sz="3000" b="1">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1F805C88-A5E7-AA51-4F08-4B09CB2A3A17}"/>
              </a:ext>
            </a:extLst>
          </p:cNvPr>
          <p:cNvSpPr/>
          <p:nvPr/>
        </p:nvSpPr>
        <p:spPr>
          <a:xfrm>
            <a:off x="-1911" y="6292423"/>
            <a:ext cx="9145911" cy="63773"/>
          </a:xfrm>
          <a:prstGeom prst="rect">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04DFFEAE-024E-303D-EA05-72660FCEF302}"/>
              </a:ext>
            </a:extLst>
          </p:cNvPr>
          <p:cNvSpPr/>
          <p:nvPr/>
        </p:nvSpPr>
        <p:spPr>
          <a:xfrm>
            <a:off x="0" y="1010414"/>
            <a:ext cx="9144000" cy="63773"/>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descr="A blue and white logo with text and a book&#10;&#10;Description automatically generated">
            <a:extLst>
              <a:ext uri="{FF2B5EF4-FFF2-40B4-BE49-F238E27FC236}">
                <a16:creationId xmlns:a16="http://schemas.microsoft.com/office/drawing/2014/main" id="{C68D7AEC-92FD-EAAB-8E8C-40268404B60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81113" y="-64838"/>
            <a:ext cx="1015745" cy="1107136"/>
          </a:xfrm>
          <a:prstGeom prst="rect">
            <a:avLst/>
          </a:prstGeom>
        </p:spPr>
      </p:pic>
      <p:sp>
        <p:nvSpPr>
          <p:cNvPr id="12" name="Freeform: Shape 11">
            <a:extLst>
              <a:ext uri="{FF2B5EF4-FFF2-40B4-BE49-F238E27FC236}">
                <a16:creationId xmlns:a16="http://schemas.microsoft.com/office/drawing/2014/main" id="{F62229AC-5FE1-B14B-C28E-1F9254B84744}"/>
              </a:ext>
            </a:extLst>
          </p:cNvPr>
          <p:cNvSpPr/>
          <p:nvPr/>
        </p:nvSpPr>
        <p:spPr>
          <a:xfrm>
            <a:off x="103298" y="2054373"/>
            <a:ext cx="1225648" cy="612824"/>
          </a:xfrm>
          <a:custGeom>
            <a:avLst/>
            <a:gdLst>
              <a:gd name="connsiteX0" fmla="*/ 0 w 1225648"/>
              <a:gd name="connsiteY0" fmla="*/ 61282 h 612824"/>
              <a:gd name="connsiteX1" fmla="*/ 61282 w 1225648"/>
              <a:gd name="connsiteY1" fmla="*/ 0 h 612824"/>
              <a:gd name="connsiteX2" fmla="*/ 1164366 w 1225648"/>
              <a:gd name="connsiteY2" fmla="*/ 0 h 612824"/>
              <a:gd name="connsiteX3" fmla="*/ 1225648 w 1225648"/>
              <a:gd name="connsiteY3" fmla="*/ 61282 h 612824"/>
              <a:gd name="connsiteX4" fmla="*/ 1225648 w 1225648"/>
              <a:gd name="connsiteY4" fmla="*/ 551542 h 612824"/>
              <a:gd name="connsiteX5" fmla="*/ 1164366 w 1225648"/>
              <a:gd name="connsiteY5" fmla="*/ 612824 h 612824"/>
              <a:gd name="connsiteX6" fmla="*/ 61282 w 1225648"/>
              <a:gd name="connsiteY6" fmla="*/ 612824 h 612824"/>
              <a:gd name="connsiteX7" fmla="*/ 0 w 1225648"/>
              <a:gd name="connsiteY7" fmla="*/ 551542 h 612824"/>
              <a:gd name="connsiteX8" fmla="*/ 0 w 1225648"/>
              <a:gd name="connsiteY8" fmla="*/ 61282 h 61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5648" h="612824">
                <a:moveTo>
                  <a:pt x="0" y="61282"/>
                </a:moveTo>
                <a:cubicBezTo>
                  <a:pt x="0" y="27437"/>
                  <a:pt x="27437" y="0"/>
                  <a:pt x="61282" y="0"/>
                </a:cubicBezTo>
                <a:lnTo>
                  <a:pt x="1164366" y="0"/>
                </a:lnTo>
                <a:cubicBezTo>
                  <a:pt x="1198211" y="0"/>
                  <a:pt x="1225648" y="27437"/>
                  <a:pt x="1225648" y="61282"/>
                </a:cubicBezTo>
                <a:lnTo>
                  <a:pt x="1225648" y="551542"/>
                </a:lnTo>
                <a:cubicBezTo>
                  <a:pt x="1225648" y="585387"/>
                  <a:pt x="1198211" y="612824"/>
                  <a:pt x="1164366" y="612824"/>
                </a:cubicBezTo>
                <a:lnTo>
                  <a:pt x="61282" y="612824"/>
                </a:lnTo>
                <a:cubicBezTo>
                  <a:pt x="27437" y="612824"/>
                  <a:pt x="0" y="585387"/>
                  <a:pt x="0" y="551542"/>
                </a:cubicBezTo>
                <a:lnTo>
                  <a:pt x="0" y="61282"/>
                </a:lnTo>
                <a:close/>
              </a:path>
            </a:pathLst>
          </a:custGeom>
          <a:solidFill>
            <a:schemeClr val="accent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2714" tIns="34459" rIns="42714" bIns="34459" numCol="1" spcCol="1270" anchor="ctr" anchorCtr="0">
            <a:noAutofit/>
          </a:bodyPr>
          <a:lstStyle/>
          <a:p>
            <a:pPr marL="0" lvl="0" indent="0" algn="ctr" defTabSz="577850">
              <a:lnSpc>
                <a:spcPct val="90000"/>
              </a:lnSpc>
              <a:spcBef>
                <a:spcPct val="0"/>
              </a:spcBef>
              <a:spcAft>
                <a:spcPct val="35000"/>
              </a:spcAft>
              <a:buNone/>
            </a:pPr>
            <a:r>
              <a:rPr lang="en-US" sz="1300" b="1" kern="1200">
                <a:solidFill>
                  <a:schemeClr val="bg1"/>
                </a:solidFill>
                <a:latin typeface="Times New Roman" panose="02020603050405020304" pitchFamily="18" charset="0"/>
                <a:cs typeface="Times New Roman" panose="02020603050405020304" pitchFamily="18" charset="0"/>
              </a:rPr>
              <a:t>Introduction</a:t>
            </a:r>
            <a:endParaRPr lang="en-IN" sz="1300" b="1" kern="1200">
              <a:solidFill>
                <a:schemeClr val="bg1"/>
              </a:solidFill>
              <a:latin typeface="Times New Roman" panose="02020603050405020304" pitchFamily="18" charset="0"/>
              <a:cs typeface="Times New Roman" panose="02020603050405020304" pitchFamily="18" charset="0"/>
            </a:endParaRPr>
          </a:p>
        </p:txBody>
      </p:sp>
      <p:sp>
        <p:nvSpPr>
          <p:cNvPr id="19" name="Freeform: Shape 18">
            <a:extLst>
              <a:ext uri="{FF2B5EF4-FFF2-40B4-BE49-F238E27FC236}">
                <a16:creationId xmlns:a16="http://schemas.microsoft.com/office/drawing/2014/main" id="{5E969FF4-F89C-B88F-1DD0-7C9CE74C0EED}"/>
              </a:ext>
            </a:extLst>
          </p:cNvPr>
          <p:cNvSpPr/>
          <p:nvPr/>
        </p:nvSpPr>
        <p:spPr>
          <a:xfrm>
            <a:off x="225863" y="2667197"/>
            <a:ext cx="122564" cy="459618"/>
          </a:xfrm>
          <a:custGeom>
            <a:avLst/>
            <a:gdLst/>
            <a:ahLst/>
            <a:cxnLst/>
            <a:rect l="0" t="0" r="0" b="0"/>
            <a:pathLst>
              <a:path>
                <a:moveTo>
                  <a:pt x="0" y="0"/>
                </a:moveTo>
                <a:lnTo>
                  <a:pt x="0" y="459618"/>
                </a:lnTo>
                <a:lnTo>
                  <a:pt x="122564" y="459618"/>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IN"/>
          </a:p>
        </p:txBody>
      </p:sp>
      <p:sp>
        <p:nvSpPr>
          <p:cNvPr id="21" name="Freeform: Shape 20">
            <a:extLst>
              <a:ext uri="{FF2B5EF4-FFF2-40B4-BE49-F238E27FC236}">
                <a16:creationId xmlns:a16="http://schemas.microsoft.com/office/drawing/2014/main" id="{CCDBC128-CBE7-3465-8CE7-48D5CD7A7988}"/>
              </a:ext>
            </a:extLst>
          </p:cNvPr>
          <p:cNvSpPr/>
          <p:nvPr/>
        </p:nvSpPr>
        <p:spPr>
          <a:xfrm>
            <a:off x="348428" y="2820403"/>
            <a:ext cx="980518" cy="612824"/>
          </a:xfrm>
          <a:custGeom>
            <a:avLst/>
            <a:gdLst>
              <a:gd name="connsiteX0" fmla="*/ 0 w 980518"/>
              <a:gd name="connsiteY0" fmla="*/ 61282 h 612824"/>
              <a:gd name="connsiteX1" fmla="*/ 61282 w 980518"/>
              <a:gd name="connsiteY1" fmla="*/ 0 h 612824"/>
              <a:gd name="connsiteX2" fmla="*/ 919236 w 980518"/>
              <a:gd name="connsiteY2" fmla="*/ 0 h 612824"/>
              <a:gd name="connsiteX3" fmla="*/ 980518 w 980518"/>
              <a:gd name="connsiteY3" fmla="*/ 61282 h 612824"/>
              <a:gd name="connsiteX4" fmla="*/ 980518 w 980518"/>
              <a:gd name="connsiteY4" fmla="*/ 551542 h 612824"/>
              <a:gd name="connsiteX5" fmla="*/ 919236 w 980518"/>
              <a:gd name="connsiteY5" fmla="*/ 612824 h 612824"/>
              <a:gd name="connsiteX6" fmla="*/ 61282 w 980518"/>
              <a:gd name="connsiteY6" fmla="*/ 612824 h 612824"/>
              <a:gd name="connsiteX7" fmla="*/ 0 w 980518"/>
              <a:gd name="connsiteY7" fmla="*/ 551542 h 612824"/>
              <a:gd name="connsiteX8" fmla="*/ 0 w 980518"/>
              <a:gd name="connsiteY8" fmla="*/ 61282 h 61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0518" h="612824">
                <a:moveTo>
                  <a:pt x="0" y="61282"/>
                </a:moveTo>
                <a:cubicBezTo>
                  <a:pt x="0" y="27437"/>
                  <a:pt x="27437" y="0"/>
                  <a:pt x="61282" y="0"/>
                </a:cubicBezTo>
                <a:lnTo>
                  <a:pt x="919236" y="0"/>
                </a:lnTo>
                <a:cubicBezTo>
                  <a:pt x="953081" y="0"/>
                  <a:pt x="980518" y="27437"/>
                  <a:pt x="980518" y="61282"/>
                </a:cubicBezTo>
                <a:lnTo>
                  <a:pt x="980518" y="551542"/>
                </a:lnTo>
                <a:cubicBezTo>
                  <a:pt x="980518" y="585387"/>
                  <a:pt x="953081" y="612824"/>
                  <a:pt x="919236" y="612824"/>
                </a:cubicBezTo>
                <a:lnTo>
                  <a:pt x="61282" y="612824"/>
                </a:lnTo>
                <a:cubicBezTo>
                  <a:pt x="27437" y="612824"/>
                  <a:pt x="0" y="585387"/>
                  <a:pt x="0" y="551542"/>
                </a:cubicBezTo>
                <a:lnTo>
                  <a:pt x="0" y="61282"/>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5094" tIns="29379" rIns="35094" bIns="29379" numCol="1" spcCol="1270" anchor="ctr" anchorCtr="0">
            <a:noAutofit/>
          </a:bodyPr>
          <a:lstStyle/>
          <a:p>
            <a:pPr marL="0" lvl="0" indent="0" algn="ctr" defTabSz="400050">
              <a:lnSpc>
                <a:spcPct val="90000"/>
              </a:lnSpc>
              <a:spcBef>
                <a:spcPct val="0"/>
              </a:spcBef>
              <a:spcAft>
                <a:spcPct val="35000"/>
              </a:spcAft>
              <a:buNone/>
            </a:pPr>
            <a:r>
              <a:rPr lang="en-US" sz="900" kern="1200" baseline="0">
                <a:latin typeface="Times New Roman" panose="02020603050405020304" pitchFamily="18" charset="0"/>
                <a:cs typeface="Times New Roman" panose="02020603050405020304" pitchFamily="18" charset="0"/>
              </a:rPr>
              <a:t>HVDC systems</a:t>
            </a:r>
            <a:endParaRPr lang="en-IN" sz="900" kern="1200" baseline="0">
              <a:latin typeface="Times New Roman" panose="02020603050405020304" pitchFamily="18" charset="0"/>
              <a:cs typeface="Times New Roman" panose="02020603050405020304" pitchFamily="18" charset="0"/>
            </a:endParaRPr>
          </a:p>
        </p:txBody>
      </p:sp>
      <p:sp>
        <p:nvSpPr>
          <p:cNvPr id="23" name="Freeform: Shape 22">
            <a:extLst>
              <a:ext uri="{FF2B5EF4-FFF2-40B4-BE49-F238E27FC236}">
                <a16:creationId xmlns:a16="http://schemas.microsoft.com/office/drawing/2014/main" id="{FC37BD86-F544-A3F9-6240-5F95EA944F68}"/>
              </a:ext>
            </a:extLst>
          </p:cNvPr>
          <p:cNvSpPr/>
          <p:nvPr/>
        </p:nvSpPr>
        <p:spPr>
          <a:xfrm>
            <a:off x="225863" y="2667197"/>
            <a:ext cx="122564" cy="1225648"/>
          </a:xfrm>
          <a:custGeom>
            <a:avLst/>
            <a:gdLst/>
            <a:ahLst/>
            <a:cxnLst/>
            <a:rect l="0" t="0" r="0" b="0"/>
            <a:pathLst>
              <a:path>
                <a:moveTo>
                  <a:pt x="0" y="0"/>
                </a:moveTo>
                <a:lnTo>
                  <a:pt x="0" y="1225648"/>
                </a:lnTo>
                <a:lnTo>
                  <a:pt x="122564" y="1225648"/>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IN"/>
          </a:p>
        </p:txBody>
      </p:sp>
      <p:sp>
        <p:nvSpPr>
          <p:cNvPr id="25" name="Freeform: Shape 24">
            <a:extLst>
              <a:ext uri="{FF2B5EF4-FFF2-40B4-BE49-F238E27FC236}">
                <a16:creationId xmlns:a16="http://schemas.microsoft.com/office/drawing/2014/main" id="{0ED8A0D5-069E-BAA7-DB06-7B4DDDADF1A3}"/>
              </a:ext>
            </a:extLst>
          </p:cNvPr>
          <p:cNvSpPr/>
          <p:nvPr/>
        </p:nvSpPr>
        <p:spPr>
          <a:xfrm>
            <a:off x="348428" y="3586434"/>
            <a:ext cx="980518" cy="612824"/>
          </a:xfrm>
          <a:custGeom>
            <a:avLst/>
            <a:gdLst>
              <a:gd name="connsiteX0" fmla="*/ 0 w 980518"/>
              <a:gd name="connsiteY0" fmla="*/ 61282 h 612824"/>
              <a:gd name="connsiteX1" fmla="*/ 61282 w 980518"/>
              <a:gd name="connsiteY1" fmla="*/ 0 h 612824"/>
              <a:gd name="connsiteX2" fmla="*/ 919236 w 980518"/>
              <a:gd name="connsiteY2" fmla="*/ 0 h 612824"/>
              <a:gd name="connsiteX3" fmla="*/ 980518 w 980518"/>
              <a:gd name="connsiteY3" fmla="*/ 61282 h 612824"/>
              <a:gd name="connsiteX4" fmla="*/ 980518 w 980518"/>
              <a:gd name="connsiteY4" fmla="*/ 551542 h 612824"/>
              <a:gd name="connsiteX5" fmla="*/ 919236 w 980518"/>
              <a:gd name="connsiteY5" fmla="*/ 612824 h 612824"/>
              <a:gd name="connsiteX6" fmla="*/ 61282 w 980518"/>
              <a:gd name="connsiteY6" fmla="*/ 612824 h 612824"/>
              <a:gd name="connsiteX7" fmla="*/ 0 w 980518"/>
              <a:gd name="connsiteY7" fmla="*/ 551542 h 612824"/>
              <a:gd name="connsiteX8" fmla="*/ 0 w 980518"/>
              <a:gd name="connsiteY8" fmla="*/ 61282 h 61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0518" h="612824">
                <a:moveTo>
                  <a:pt x="0" y="61282"/>
                </a:moveTo>
                <a:cubicBezTo>
                  <a:pt x="0" y="27437"/>
                  <a:pt x="27437" y="0"/>
                  <a:pt x="61282" y="0"/>
                </a:cubicBezTo>
                <a:lnTo>
                  <a:pt x="919236" y="0"/>
                </a:lnTo>
                <a:cubicBezTo>
                  <a:pt x="953081" y="0"/>
                  <a:pt x="980518" y="27437"/>
                  <a:pt x="980518" y="61282"/>
                </a:cubicBezTo>
                <a:lnTo>
                  <a:pt x="980518" y="551542"/>
                </a:lnTo>
                <a:cubicBezTo>
                  <a:pt x="980518" y="585387"/>
                  <a:pt x="953081" y="612824"/>
                  <a:pt x="919236" y="612824"/>
                </a:cubicBezTo>
                <a:lnTo>
                  <a:pt x="61282" y="612824"/>
                </a:lnTo>
                <a:cubicBezTo>
                  <a:pt x="27437" y="612824"/>
                  <a:pt x="0" y="585387"/>
                  <a:pt x="0" y="551542"/>
                </a:cubicBezTo>
                <a:lnTo>
                  <a:pt x="0" y="61282"/>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5094" tIns="29379" rIns="35094" bIns="29379" numCol="1" spcCol="1270" anchor="ctr" anchorCtr="0">
            <a:noAutofit/>
          </a:bodyPr>
          <a:lstStyle/>
          <a:p>
            <a:pPr algn="ctr" defTabSz="400050">
              <a:lnSpc>
                <a:spcPct val="90000"/>
              </a:lnSpc>
              <a:spcBef>
                <a:spcPct val="0"/>
              </a:spcBef>
              <a:spcAft>
                <a:spcPct val="35000"/>
              </a:spcAft>
            </a:pPr>
            <a:r>
              <a:rPr lang="en-US" sz="900" kern="1200" baseline="0">
                <a:latin typeface="Times New Roman"/>
                <a:cs typeface="Times New Roman"/>
              </a:rPr>
              <a:t>Control</a:t>
            </a:r>
            <a:endParaRPr lang="en-IN" sz="900" kern="1200" baseline="0">
              <a:latin typeface="Times New Roman"/>
              <a:cs typeface="Times New Roman"/>
            </a:endParaRPr>
          </a:p>
        </p:txBody>
      </p:sp>
      <p:sp>
        <p:nvSpPr>
          <p:cNvPr id="27" name="Freeform: Shape 26">
            <a:extLst>
              <a:ext uri="{FF2B5EF4-FFF2-40B4-BE49-F238E27FC236}">
                <a16:creationId xmlns:a16="http://schemas.microsoft.com/office/drawing/2014/main" id="{C59C90EA-AA3A-20F5-32D9-265AD83BDEF3}"/>
              </a:ext>
            </a:extLst>
          </p:cNvPr>
          <p:cNvSpPr/>
          <p:nvPr/>
        </p:nvSpPr>
        <p:spPr>
          <a:xfrm>
            <a:off x="225863" y="2667197"/>
            <a:ext cx="122564" cy="1991679"/>
          </a:xfrm>
          <a:custGeom>
            <a:avLst/>
            <a:gdLst/>
            <a:ahLst/>
            <a:cxnLst/>
            <a:rect l="0" t="0" r="0" b="0"/>
            <a:pathLst>
              <a:path>
                <a:moveTo>
                  <a:pt x="0" y="0"/>
                </a:moveTo>
                <a:lnTo>
                  <a:pt x="0" y="1991679"/>
                </a:lnTo>
                <a:lnTo>
                  <a:pt x="122564" y="1991679"/>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IN"/>
          </a:p>
        </p:txBody>
      </p:sp>
      <p:sp>
        <p:nvSpPr>
          <p:cNvPr id="29" name="Freeform: Shape 28">
            <a:extLst>
              <a:ext uri="{FF2B5EF4-FFF2-40B4-BE49-F238E27FC236}">
                <a16:creationId xmlns:a16="http://schemas.microsoft.com/office/drawing/2014/main" id="{753CB788-290F-65B7-A634-BE662399B7B6}"/>
              </a:ext>
            </a:extLst>
          </p:cNvPr>
          <p:cNvSpPr/>
          <p:nvPr/>
        </p:nvSpPr>
        <p:spPr>
          <a:xfrm>
            <a:off x="348428" y="4352464"/>
            <a:ext cx="980518" cy="612824"/>
          </a:xfrm>
          <a:custGeom>
            <a:avLst/>
            <a:gdLst>
              <a:gd name="connsiteX0" fmla="*/ 0 w 980518"/>
              <a:gd name="connsiteY0" fmla="*/ 61282 h 612824"/>
              <a:gd name="connsiteX1" fmla="*/ 61282 w 980518"/>
              <a:gd name="connsiteY1" fmla="*/ 0 h 612824"/>
              <a:gd name="connsiteX2" fmla="*/ 919236 w 980518"/>
              <a:gd name="connsiteY2" fmla="*/ 0 h 612824"/>
              <a:gd name="connsiteX3" fmla="*/ 980518 w 980518"/>
              <a:gd name="connsiteY3" fmla="*/ 61282 h 612824"/>
              <a:gd name="connsiteX4" fmla="*/ 980518 w 980518"/>
              <a:gd name="connsiteY4" fmla="*/ 551542 h 612824"/>
              <a:gd name="connsiteX5" fmla="*/ 919236 w 980518"/>
              <a:gd name="connsiteY5" fmla="*/ 612824 h 612824"/>
              <a:gd name="connsiteX6" fmla="*/ 61282 w 980518"/>
              <a:gd name="connsiteY6" fmla="*/ 612824 h 612824"/>
              <a:gd name="connsiteX7" fmla="*/ 0 w 980518"/>
              <a:gd name="connsiteY7" fmla="*/ 551542 h 612824"/>
              <a:gd name="connsiteX8" fmla="*/ 0 w 980518"/>
              <a:gd name="connsiteY8" fmla="*/ 61282 h 61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0518" h="612824">
                <a:moveTo>
                  <a:pt x="0" y="61282"/>
                </a:moveTo>
                <a:cubicBezTo>
                  <a:pt x="0" y="27437"/>
                  <a:pt x="27437" y="0"/>
                  <a:pt x="61282" y="0"/>
                </a:cubicBezTo>
                <a:lnTo>
                  <a:pt x="919236" y="0"/>
                </a:lnTo>
                <a:cubicBezTo>
                  <a:pt x="953081" y="0"/>
                  <a:pt x="980518" y="27437"/>
                  <a:pt x="980518" y="61282"/>
                </a:cubicBezTo>
                <a:lnTo>
                  <a:pt x="980518" y="551542"/>
                </a:lnTo>
                <a:cubicBezTo>
                  <a:pt x="980518" y="585387"/>
                  <a:pt x="953081" y="612824"/>
                  <a:pt x="919236" y="612824"/>
                </a:cubicBezTo>
                <a:lnTo>
                  <a:pt x="61282" y="612824"/>
                </a:lnTo>
                <a:cubicBezTo>
                  <a:pt x="27437" y="612824"/>
                  <a:pt x="0" y="585387"/>
                  <a:pt x="0" y="551542"/>
                </a:cubicBezTo>
                <a:lnTo>
                  <a:pt x="0" y="61282"/>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5094" tIns="29379" rIns="35094" bIns="29379" numCol="1" spcCol="1270" anchor="ctr" anchorCtr="0">
            <a:noAutofit/>
          </a:bodyPr>
          <a:lstStyle/>
          <a:p>
            <a:pPr marL="0" lvl="0" indent="0" algn="ctr" defTabSz="400050">
              <a:lnSpc>
                <a:spcPct val="90000"/>
              </a:lnSpc>
              <a:spcBef>
                <a:spcPct val="0"/>
              </a:spcBef>
              <a:spcAft>
                <a:spcPct val="35000"/>
              </a:spcAft>
              <a:buNone/>
            </a:pPr>
            <a:r>
              <a:rPr lang="en-US" sz="900" kern="1200" baseline="0">
                <a:latin typeface="Times New Roman" panose="02020603050405020304" pitchFamily="18" charset="0"/>
              </a:rPr>
              <a:t>Real life examples in India</a:t>
            </a:r>
            <a:endParaRPr lang="en-IN" sz="900" kern="1200" baseline="0">
              <a:latin typeface="Times New Roman" panose="02020603050405020304" pitchFamily="18" charset="0"/>
            </a:endParaRPr>
          </a:p>
        </p:txBody>
      </p:sp>
      <p:sp>
        <p:nvSpPr>
          <p:cNvPr id="30" name="Freeform: Shape 29">
            <a:extLst>
              <a:ext uri="{FF2B5EF4-FFF2-40B4-BE49-F238E27FC236}">
                <a16:creationId xmlns:a16="http://schemas.microsoft.com/office/drawing/2014/main" id="{F204BA68-27B8-812B-EEC9-BD3AA3EE4D97}"/>
              </a:ext>
            </a:extLst>
          </p:cNvPr>
          <p:cNvSpPr/>
          <p:nvPr/>
        </p:nvSpPr>
        <p:spPr>
          <a:xfrm>
            <a:off x="1635359" y="2054373"/>
            <a:ext cx="1225648" cy="612824"/>
          </a:xfrm>
          <a:custGeom>
            <a:avLst/>
            <a:gdLst>
              <a:gd name="connsiteX0" fmla="*/ 0 w 1225648"/>
              <a:gd name="connsiteY0" fmla="*/ 61282 h 612824"/>
              <a:gd name="connsiteX1" fmla="*/ 61282 w 1225648"/>
              <a:gd name="connsiteY1" fmla="*/ 0 h 612824"/>
              <a:gd name="connsiteX2" fmla="*/ 1164366 w 1225648"/>
              <a:gd name="connsiteY2" fmla="*/ 0 h 612824"/>
              <a:gd name="connsiteX3" fmla="*/ 1225648 w 1225648"/>
              <a:gd name="connsiteY3" fmla="*/ 61282 h 612824"/>
              <a:gd name="connsiteX4" fmla="*/ 1225648 w 1225648"/>
              <a:gd name="connsiteY4" fmla="*/ 551542 h 612824"/>
              <a:gd name="connsiteX5" fmla="*/ 1164366 w 1225648"/>
              <a:gd name="connsiteY5" fmla="*/ 612824 h 612824"/>
              <a:gd name="connsiteX6" fmla="*/ 61282 w 1225648"/>
              <a:gd name="connsiteY6" fmla="*/ 612824 h 612824"/>
              <a:gd name="connsiteX7" fmla="*/ 0 w 1225648"/>
              <a:gd name="connsiteY7" fmla="*/ 551542 h 612824"/>
              <a:gd name="connsiteX8" fmla="*/ 0 w 1225648"/>
              <a:gd name="connsiteY8" fmla="*/ 61282 h 61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5648" h="612824">
                <a:moveTo>
                  <a:pt x="0" y="61282"/>
                </a:moveTo>
                <a:cubicBezTo>
                  <a:pt x="0" y="27437"/>
                  <a:pt x="27437" y="0"/>
                  <a:pt x="61282" y="0"/>
                </a:cubicBezTo>
                <a:lnTo>
                  <a:pt x="1164366" y="0"/>
                </a:lnTo>
                <a:cubicBezTo>
                  <a:pt x="1198211" y="0"/>
                  <a:pt x="1225648" y="27437"/>
                  <a:pt x="1225648" y="61282"/>
                </a:cubicBezTo>
                <a:lnTo>
                  <a:pt x="1225648" y="551542"/>
                </a:lnTo>
                <a:cubicBezTo>
                  <a:pt x="1225648" y="585387"/>
                  <a:pt x="1198211" y="612824"/>
                  <a:pt x="1164366" y="612824"/>
                </a:cubicBezTo>
                <a:lnTo>
                  <a:pt x="61282" y="612824"/>
                </a:lnTo>
                <a:cubicBezTo>
                  <a:pt x="27437" y="612824"/>
                  <a:pt x="0" y="585387"/>
                  <a:pt x="0" y="551542"/>
                </a:cubicBezTo>
                <a:lnTo>
                  <a:pt x="0" y="61282"/>
                </a:lnTo>
                <a:close/>
              </a:path>
            </a:pathLst>
          </a:custGeom>
          <a:solidFill>
            <a:schemeClr val="accent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2714" tIns="34459" rIns="42714" bIns="34459" numCol="1" spcCol="1270" anchor="ctr" anchorCtr="0">
            <a:noAutofit/>
          </a:bodyPr>
          <a:lstStyle/>
          <a:p>
            <a:pPr marL="0" lvl="0" indent="0" algn="ctr" defTabSz="577850">
              <a:lnSpc>
                <a:spcPct val="90000"/>
              </a:lnSpc>
              <a:spcBef>
                <a:spcPct val="0"/>
              </a:spcBef>
              <a:spcAft>
                <a:spcPct val="35000"/>
              </a:spcAft>
              <a:buNone/>
            </a:pPr>
            <a:r>
              <a:rPr lang="en-US" sz="1300" b="1" kern="1200" baseline="0">
                <a:latin typeface="Times New Roman" panose="02020603050405020304" pitchFamily="18" charset="0"/>
              </a:rPr>
              <a:t>Literature Review</a:t>
            </a:r>
            <a:endParaRPr lang="en-IN" sz="1300" b="1" kern="1200" baseline="0">
              <a:latin typeface="Times New Roman" panose="02020603050405020304" pitchFamily="18" charset="0"/>
            </a:endParaRPr>
          </a:p>
        </p:txBody>
      </p:sp>
      <p:sp>
        <p:nvSpPr>
          <p:cNvPr id="32" name="Freeform: Shape 31">
            <a:extLst>
              <a:ext uri="{FF2B5EF4-FFF2-40B4-BE49-F238E27FC236}">
                <a16:creationId xmlns:a16="http://schemas.microsoft.com/office/drawing/2014/main" id="{813D9B55-6548-4218-AA1E-EDF8D1963DD6}"/>
              </a:ext>
            </a:extLst>
          </p:cNvPr>
          <p:cNvSpPr/>
          <p:nvPr/>
        </p:nvSpPr>
        <p:spPr>
          <a:xfrm>
            <a:off x="1757924" y="2667197"/>
            <a:ext cx="122564" cy="438445"/>
          </a:xfrm>
          <a:custGeom>
            <a:avLst/>
            <a:gdLst/>
            <a:ahLst/>
            <a:cxnLst/>
            <a:rect l="0" t="0" r="0" b="0"/>
            <a:pathLst>
              <a:path>
                <a:moveTo>
                  <a:pt x="0" y="0"/>
                </a:moveTo>
                <a:lnTo>
                  <a:pt x="0" y="438445"/>
                </a:lnTo>
                <a:lnTo>
                  <a:pt x="122564" y="438445"/>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IN"/>
          </a:p>
        </p:txBody>
      </p:sp>
      <p:sp>
        <p:nvSpPr>
          <p:cNvPr id="38" name="Freeform: Shape 37">
            <a:extLst>
              <a:ext uri="{FF2B5EF4-FFF2-40B4-BE49-F238E27FC236}">
                <a16:creationId xmlns:a16="http://schemas.microsoft.com/office/drawing/2014/main" id="{16BBE147-B88E-FD82-4BD4-951AC13C8E02}"/>
              </a:ext>
            </a:extLst>
          </p:cNvPr>
          <p:cNvSpPr/>
          <p:nvPr/>
        </p:nvSpPr>
        <p:spPr>
          <a:xfrm>
            <a:off x="1880489" y="2799230"/>
            <a:ext cx="980518" cy="612824"/>
          </a:xfrm>
          <a:custGeom>
            <a:avLst/>
            <a:gdLst>
              <a:gd name="connsiteX0" fmla="*/ 0 w 980518"/>
              <a:gd name="connsiteY0" fmla="*/ 61282 h 612824"/>
              <a:gd name="connsiteX1" fmla="*/ 61282 w 980518"/>
              <a:gd name="connsiteY1" fmla="*/ 0 h 612824"/>
              <a:gd name="connsiteX2" fmla="*/ 919236 w 980518"/>
              <a:gd name="connsiteY2" fmla="*/ 0 h 612824"/>
              <a:gd name="connsiteX3" fmla="*/ 980518 w 980518"/>
              <a:gd name="connsiteY3" fmla="*/ 61282 h 612824"/>
              <a:gd name="connsiteX4" fmla="*/ 980518 w 980518"/>
              <a:gd name="connsiteY4" fmla="*/ 551542 h 612824"/>
              <a:gd name="connsiteX5" fmla="*/ 919236 w 980518"/>
              <a:gd name="connsiteY5" fmla="*/ 612824 h 612824"/>
              <a:gd name="connsiteX6" fmla="*/ 61282 w 980518"/>
              <a:gd name="connsiteY6" fmla="*/ 612824 h 612824"/>
              <a:gd name="connsiteX7" fmla="*/ 0 w 980518"/>
              <a:gd name="connsiteY7" fmla="*/ 551542 h 612824"/>
              <a:gd name="connsiteX8" fmla="*/ 0 w 980518"/>
              <a:gd name="connsiteY8" fmla="*/ 61282 h 61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0518" h="612824">
                <a:moveTo>
                  <a:pt x="0" y="61282"/>
                </a:moveTo>
                <a:cubicBezTo>
                  <a:pt x="0" y="27437"/>
                  <a:pt x="27437" y="0"/>
                  <a:pt x="61282" y="0"/>
                </a:cubicBezTo>
                <a:lnTo>
                  <a:pt x="919236" y="0"/>
                </a:lnTo>
                <a:cubicBezTo>
                  <a:pt x="953081" y="0"/>
                  <a:pt x="980518" y="27437"/>
                  <a:pt x="980518" y="61282"/>
                </a:cubicBezTo>
                <a:lnTo>
                  <a:pt x="980518" y="551542"/>
                </a:lnTo>
                <a:cubicBezTo>
                  <a:pt x="980518" y="585387"/>
                  <a:pt x="953081" y="612824"/>
                  <a:pt x="919236" y="612824"/>
                </a:cubicBezTo>
                <a:lnTo>
                  <a:pt x="61282" y="612824"/>
                </a:lnTo>
                <a:cubicBezTo>
                  <a:pt x="27437" y="612824"/>
                  <a:pt x="0" y="585387"/>
                  <a:pt x="0" y="551542"/>
                </a:cubicBezTo>
                <a:lnTo>
                  <a:pt x="0" y="61282"/>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5094" tIns="29379" rIns="35094" bIns="29379" numCol="1" spcCol="1270" anchor="ctr" anchorCtr="0">
            <a:noAutofit/>
          </a:bodyPr>
          <a:lstStyle/>
          <a:p>
            <a:pPr marL="0" lvl="0" indent="0" algn="ctr" defTabSz="400050">
              <a:lnSpc>
                <a:spcPct val="90000"/>
              </a:lnSpc>
              <a:spcBef>
                <a:spcPct val="0"/>
              </a:spcBef>
              <a:spcAft>
                <a:spcPct val="35000"/>
              </a:spcAft>
              <a:buNone/>
            </a:pPr>
            <a:r>
              <a:rPr lang="en-US" sz="900" kern="1200">
                <a:latin typeface="Times New Roman" panose="02020603050405020304" pitchFamily="18" charset="0"/>
              </a:rPr>
              <a:t>Key points from explored </a:t>
            </a:r>
            <a:r>
              <a:rPr lang="en-US" sz="900" kern="1200" baseline="0">
                <a:latin typeface="Times New Roman" panose="02020603050405020304" pitchFamily="18" charset="0"/>
              </a:rPr>
              <a:t>references</a:t>
            </a:r>
            <a:endParaRPr lang="en-IN" sz="900" kern="1200" baseline="0">
              <a:latin typeface="Times New Roman" panose="02020603050405020304" pitchFamily="18" charset="0"/>
            </a:endParaRPr>
          </a:p>
        </p:txBody>
      </p:sp>
      <p:sp>
        <p:nvSpPr>
          <p:cNvPr id="39" name="Freeform: Shape 38">
            <a:extLst>
              <a:ext uri="{FF2B5EF4-FFF2-40B4-BE49-F238E27FC236}">
                <a16:creationId xmlns:a16="http://schemas.microsoft.com/office/drawing/2014/main" id="{EFE1820A-4D4C-7253-154D-799E26538C68}"/>
              </a:ext>
            </a:extLst>
          </p:cNvPr>
          <p:cNvSpPr/>
          <p:nvPr/>
        </p:nvSpPr>
        <p:spPr>
          <a:xfrm>
            <a:off x="1757924" y="2667197"/>
            <a:ext cx="122564" cy="1204475"/>
          </a:xfrm>
          <a:custGeom>
            <a:avLst/>
            <a:gdLst/>
            <a:ahLst/>
            <a:cxnLst/>
            <a:rect l="0" t="0" r="0" b="0"/>
            <a:pathLst>
              <a:path>
                <a:moveTo>
                  <a:pt x="0" y="0"/>
                </a:moveTo>
                <a:lnTo>
                  <a:pt x="0" y="1204475"/>
                </a:lnTo>
                <a:lnTo>
                  <a:pt x="122564" y="1204475"/>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IN"/>
          </a:p>
        </p:txBody>
      </p:sp>
      <p:sp>
        <p:nvSpPr>
          <p:cNvPr id="40" name="Freeform: Shape 39">
            <a:extLst>
              <a:ext uri="{FF2B5EF4-FFF2-40B4-BE49-F238E27FC236}">
                <a16:creationId xmlns:a16="http://schemas.microsoft.com/office/drawing/2014/main" id="{1D15F7A3-1C0F-DA6C-FFCA-8D9843657826}"/>
              </a:ext>
            </a:extLst>
          </p:cNvPr>
          <p:cNvSpPr/>
          <p:nvPr/>
        </p:nvSpPr>
        <p:spPr>
          <a:xfrm>
            <a:off x="1880489" y="3565260"/>
            <a:ext cx="980518" cy="612824"/>
          </a:xfrm>
          <a:custGeom>
            <a:avLst/>
            <a:gdLst>
              <a:gd name="connsiteX0" fmla="*/ 0 w 980518"/>
              <a:gd name="connsiteY0" fmla="*/ 61282 h 612824"/>
              <a:gd name="connsiteX1" fmla="*/ 61282 w 980518"/>
              <a:gd name="connsiteY1" fmla="*/ 0 h 612824"/>
              <a:gd name="connsiteX2" fmla="*/ 919236 w 980518"/>
              <a:gd name="connsiteY2" fmla="*/ 0 h 612824"/>
              <a:gd name="connsiteX3" fmla="*/ 980518 w 980518"/>
              <a:gd name="connsiteY3" fmla="*/ 61282 h 612824"/>
              <a:gd name="connsiteX4" fmla="*/ 980518 w 980518"/>
              <a:gd name="connsiteY4" fmla="*/ 551542 h 612824"/>
              <a:gd name="connsiteX5" fmla="*/ 919236 w 980518"/>
              <a:gd name="connsiteY5" fmla="*/ 612824 h 612824"/>
              <a:gd name="connsiteX6" fmla="*/ 61282 w 980518"/>
              <a:gd name="connsiteY6" fmla="*/ 612824 h 612824"/>
              <a:gd name="connsiteX7" fmla="*/ 0 w 980518"/>
              <a:gd name="connsiteY7" fmla="*/ 551542 h 612824"/>
              <a:gd name="connsiteX8" fmla="*/ 0 w 980518"/>
              <a:gd name="connsiteY8" fmla="*/ 61282 h 61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0518" h="612824">
                <a:moveTo>
                  <a:pt x="0" y="61282"/>
                </a:moveTo>
                <a:cubicBezTo>
                  <a:pt x="0" y="27437"/>
                  <a:pt x="27437" y="0"/>
                  <a:pt x="61282" y="0"/>
                </a:cubicBezTo>
                <a:lnTo>
                  <a:pt x="919236" y="0"/>
                </a:lnTo>
                <a:cubicBezTo>
                  <a:pt x="953081" y="0"/>
                  <a:pt x="980518" y="27437"/>
                  <a:pt x="980518" y="61282"/>
                </a:cubicBezTo>
                <a:lnTo>
                  <a:pt x="980518" y="551542"/>
                </a:lnTo>
                <a:cubicBezTo>
                  <a:pt x="980518" y="585387"/>
                  <a:pt x="953081" y="612824"/>
                  <a:pt x="919236" y="612824"/>
                </a:cubicBezTo>
                <a:lnTo>
                  <a:pt x="61282" y="612824"/>
                </a:lnTo>
                <a:cubicBezTo>
                  <a:pt x="27437" y="612824"/>
                  <a:pt x="0" y="585387"/>
                  <a:pt x="0" y="551542"/>
                </a:cubicBezTo>
                <a:lnTo>
                  <a:pt x="0" y="61282"/>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5094" tIns="29379" rIns="35094" bIns="29379" numCol="1" spcCol="1270" anchor="ctr" anchorCtr="0">
            <a:noAutofit/>
          </a:bodyPr>
          <a:lstStyle/>
          <a:p>
            <a:pPr marL="0" lvl="0" indent="0" algn="ctr" defTabSz="400050">
              <a:lnSpc>
                <a:spcPct val="90000"/>
              </a:lnSpc>
              <a:spcBef>
                <a:spcPct val="0"/>
              </a:spcBef>
              <a:spcAft>
                <a:spcPct val="35000"/>
              </a:spcAft>
              <a:buNone/>
            </a:pPr>
            <a:r>
              <a:rPr lang="en-US" sz="900" kern="1200" baseline="0">
                <a:latin typeface="Times New Roman" panose="02020603050405020304" pitchFamily="18" charset="0"/>
              </a:rPr>
              <a:t>Zhang Bei HVDC grid  </a:t>
            </a:r>
            <a:endParaRPr lang="en-IN" sz="900" kern="1200" baseline="0">
              <a:latin typeface="Times New Roman" panose="02020603050405020304" pitchFamily="18" charset="0"/>
            </a:endParaRPr>
          </a:p>
        </p:txBody>
      </p:sp>
      <p:sp>
        <p:nvSpPr>
          <p:cNvPr id="41" name="Freeform: Shape 40">
            <a:extLst>
              <a:ext uri="{FF2B5EF4-FFF2-40B4-BE49-F238E27FC236}">
                <a16:creationId xmlns:a16="http://schemas.microsoft.com/office/drawing/2014/main" id="{4CCCE44B-4FEE-AE45-2E5C-C45C4F4356B1}"/>
              </a:ext>
            </a:extLst>
          </p:cNvPr>
          <p:cNvSpPr/>
          <p:nvPr/>
        </p:nvSpPr>
        <p:spPr>
          <a:xfrm>
            <a:off x="1757924" y="2667197"/>
            <a:ext cx="122564" cy="1991679"/>
          </a:xfrm>
          <a:custGeom>
            <a:avLst/>
            <a:gdLst/>
            <a:ahLst/>
            <a:cxnLst/>
            <a:rect l="0" t="0" r="0" b="0"/>
            <a:pathLst>
              <a:path>
                <a:moveTo>
                  <a:pt x="0" y="0"/>
                </a:moveTo>
                <a:lnTo>
                  <a:pt x="0" y="1991679"/>
                </a:lnTo>
                <a:lnTo>
                  <a:pt x="122564" y="1991679"/>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IN"/>
          </a:p>
        </p:txBody>
      </p:sp>
      <p:sp>
        <p:nvSpPr>
          <p:cNvPr id="42" name="Freeform: Shape 41">
            <a:extLst>
              <a:ext uri="{FF2B5EF4-FFF2-40B4-BE49-F238E27FC236}">
                <a16:creationId xmlns:a16="http://schemas.microsoft.com/office/drawing/2014/main" id="{A63F01C9-4024-4AB2-5FB0-BE41D68CC59F}"/>
              </a:ext>
            </a:extLst>
          </p:cNvPr>
          <p:cNvSpPr/>
          <p:nvPr/>
        </p:nvSpPr>
        <p:spPr>
          <a:xfrm>
            <a:off x="1880489" y="4352464"/>
            <a:ext cx="980518" cy="612824"/>
          </a:xfrm>
          <a:custGeom>
            <a:avLst/>
            <a:gdLst>
              <a:gd name="connsiteX0" fmla="*/ 0 w 980518"/>
              <a:gd name="connsiteY0" fmla="*/ 61282 h 612824"/>
              <a:gd name="connsiteX1" fmla="*/ 61282 w 980518"/>
              <a:gd name="connsiteY1" fmla="*/ 0 h 612824"/>
              <a:gd name="connsiteX2" fmla="*/ 919236 w 980518"/>
              <a:gd name="connsiteY2" fmla="*/ 0 h 612824"/>
              <a:gd name="connsiteX3" fmla="*/ 980518 w 980518"/>
              <a:gd name="connsiteY3" fmla="*/ 61282 h 612824"/>
              <a:gd name="connsiteX4" fmla="*/ 980518 w 980518"/>
              <a:gd name="connsiteY4" fmla="*/ 551542 h 612824"/>
              <a:gd name="connsiteX5" fmla="*/ 919236 w 980518"/>
              <a:gd name="connsiteY5" fmla="*/ 612824 h 612824"/>
              <a:gd name="connsiteX6" fmla="*/ 61282 w 980518"/>
              <a:gd name="connsiteY6" fmla="*/ 612824 h 612824"/>
              <a:gd name="connsiteX7" fmla="*/ 0 w 980518"/>
              <a:gd name="connsiteY7" fmla="*/ 551542 h 612824"/>
              <a:gd name="connsiteX8" fmla="*/ 0 w 980518"/>
              <a:gd name="connsiteY8" fmla="*/ 61282 h 61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0518" h="612824">
                <a:moveTo>
                  <a:pt x="0" y="61282"/>
                </a:moveTo>
                <a:cubicBezTo>
                  <a:pt x="0" y="27437"/>
                  <a:pt x="27437" y="0"/>
                  <a:pt x="61282" y="0"/>
                </a:cubicBezTo>
                <a:lnTo>
                  <a:pt x="919236" y="0"/>
                </a:lnTo>
                <a:cubicBezTo>
                  <a:pt x="953081" y="0"/>
                  <a:pt x="980518" y="27437"/>
                  <a:pt x="980518" y="61282"/>
                </a:cubicBezTo>
                <a:lnTo>
                  <a:pt x="980518" y="551542"/>
                </a:lnTo>
                <a:cubicBezTo>
                  <a:pt x="980518" y="585387"/>
                  <a:pt x="953081" y="612824"/>
                  <a:pt x="919236" y="612824"/>
                </a:cubicBezTo>
                <a:lnTo>
                  <a:pt x="61282" y="612824"/>
                </a:lnTo>
                <a:cubicBezTo>
                  <a:pt x="27437" y="612824"/>
                  <a:pt x="0" y="585387"/>
                  <a:pt x="0" y="551542"/>
                </a:cubicBezTo>
                <a:lnTo>
                  <a:pt x="0" y="61282"/>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5094" tIns="29379" rIns="35094" bIns="29379" numCol="1" spcCol="1270" anchor="ctr" anchorCtr="0">
            <a:noAutofit/>
          </a:bodyPr>
          <a:lstStyle/>
          <a:p>
            <a:pPr marL="0" lvl="0" indent="0" algn="ctr" defTabSz="400050">
              <a:lnSpc>
                <a:spcPct val="90000"/>
              </a:lnSpc>
              <a:spcBef>
                <a:spcPct val="0"/>
              </a:spcBef>
              <a:spcAft>
                <a:spcPct val="35000"/>
              </a:spcAft>
              <a:buNone/>
            </a:pPr>
            <a:r>
              <a:rPr lang="en-US" sz="900" kern="1200" baseline="0">
                <a:latin typeface="Times New Roman" panose="02020603050405020304" pitchFamily="18" charset="0"/>
              </a:rPr>
              <a:t>Key words</a:t>
            </a:r>
            <a:endParaRPr lang="en-IN" sz="900" kern="1200" baseline="0">
              <a:latin typeface="Times New Roman" panose="02020603050405020304" pitchFamily="18" charset="0"/>
            </a:endParaRPr>
          </a:p>
        </p:txBody>
      </p:sp>
      <p:sp>
        <p:nvSpPr>
          <p:cNvPr id="43" name="Freeform: Shape 42">
            <a:extLst>
              <a:ext uri="{FF2B5EF4-FFF2-40B4-BE49-F238E27FC236}">
                <a16:creationId xmlns:a16="http://schemas.microsoft.com/office/drawing/2014/main" id="{997C2DE6-A149-FBE4-5C4D-7E6BEA22454F}"/>
              </a:ext>
            </a:extLst>
          </p:cNvPr>
          <p:cNvSpPr/>
          <p:nvPr/>
        </p:nvSpPr>
        <p:spPr>
          <a:xfrm>
            <a:off x="3167420" y="2054373"/>
            <a:ext cx="1225648" cy="612824"/>
          </a:xfrm>
          <a:custGeom>
            <a:avLst/>
            <a:gdLst>
              <a:gd name="connsiteX0" fmla="*/ 0 w 1225648"/>
              <a:gd name="connsiteY0" fmla="*/ 61282 h 612824"/>
              <a:gd name="connsiteX1" fmla="*/ 61282 w 1225648"/>
              <a:gd name="connsiteY1" fmla="*/ 0 h 612824"/>
              <a:gd name="connsiteX2" fmla="*/ 1164366 w 1225648"/>
              <a:gd name="connsiteY2" fmla="*/ 0 h 612824"/>
              <a:gd name="connsiteX3" fmla="*/ 1225648 w 1225648"/>
              <a:gd name="connsiteY3" fmla="*/ 61282 h 612824"/>
              <a:gd name="connsiteX4" fmla="*/ 1225648 w 1225648"/>
              <a:gd name="connsiteY4" fmla="*/ 551542 h 612824"/>
              <a:gd name="connsiteX5" fmla="*/ 1164366 w 1225648"/>
              <a:gd name="connsiteY5" fmla="*/ 612824 h 612824"/>
              <a:gd name="connsiteX6" fmla="*/ 61282 w 1225648"/>
              <a:gd name="connsiteY6" fmla="*/ 612824 h 612824"/>
              <a:gd name="connsiteX7" fmla="*/ 0 w 1225648"/>
              <a:gd name="connsiteY7" fmla="*/ 551542 h 612824"/>
              <a:gd name="connsiteX8" fmla="*/ 0 w 1225648"/>
              <a:gd name="connsiteY8" fmla="*/ 61282 h 61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5648" h="612824">
                <a:moveTo>
                  <a:pt x="0" y="61282"/>
                </a:moveTo>
                <a:cubicBezTo>
                  <a:pt x="0" y="27437"/>
                  <a:pt x="27437" y="0"/>
                  <a:pt x="61282" y="0"/>
                </a:cubicBezTo>
                <a:lnTo>
                  <a:pt x="1164366" y="0"/>
                </a:lnTo>
                <a:cubicBezTo>
                  <a:pt x="1198211" y="0"/>
                  <a:pt x="1225648" y="27437"/>
                  <a:pt x="1225648" y="61282"/>
                </a:cubicBezTo>
                <a:lnTo>
                  <a:pt x="1225648" y="551542"/>
                </a:lnTo>
                <a:cubicBezTo>
                  <a:pt x="1225648" y="585387"/>
                  <a:pt x="1198211" y="612824"/>
                  <a:pt x="1164366" y="612824"/>
                </a:cubicBezTo>
                <a:lnTo>
                  <a:pt x="61282" y="612824"/>
                </a:lnTo>
                <a:cubicBezTo>
                  <a:pt x="27437" y="612824"/>
                  <a:pt x="0" y="585387"/>
                  <a:pt x="0" y="551542"/>
                </a:cubicBezTo>
                <a:lnTo>
                  <a:pt x="0" y="61282"/>
                </a:lnTo>
                <a:close/>
              </a:path>
            </a:pathLst>
          </a:custGeom>
          <a:solidFill>
            <a:schemeClr val="accent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2714" tIns="34459" rIns="42714" bIns="34459" numCol="1" spcCol="1270" anchor="ctr" anchorCtr="0">
            <a:noAutofit/>
          </a:bodyPr>
          <a:lstStyle/>
          <a:p>
            <a:pPr marL="0" lvl="0" indent="0" algn="ctr" defTabSz="577850">
              <a:lnSpc>
                <a:spcPct val="90000"/>
              </a:lnSpc>
              <a:spcBef>
                <a:spcPct val="0"/>
              </a:spcBef>
              <a:spcAft>
                <a:spcPct val="35000"/>
              </a:spcAft>
              <a:buNone/>
            </a:pPr>
            <a:r>
              <a:rPr lang="en-US" sz="1300" b="1" kern="1200" baseline="0">
                <a:latin typeface="Times New Roman" panose="02020603050405020304" pitchFamily="18" charset="0"/>
                <a:cs typeface="Times New Roman" panose="02020603050405020304" pitchFamily="18" charset="0"/>
              </a:rPr>
              <a:t>Problem</a:t>
            </a:r>
            <a:r>
              <a:rPr lang="en-US" sz="1300" b="1" kern="1200">
                <a:latin typeface="Times New Roman" panose="02020603050405020304" pitchFamily="18" charset="0"/>
                <a:cs typeface="Times New Roman" panose="02020603050405020304" pitchFamily="18" charset="0"/>
              </a:rPr>
              <a:t> Statement and Motivation</a:t>
            </a:r>
            <a:endParaRPr lang="en-IN" sz="1300" b="1" kern="1200">
              <a:latin typeface="Times New Roman" panose="02020603050405020304" pitchFamily="18" charset="0"/>
              <a:cs typeface="Times New Roman" panose="02020603050405020304" pitchFamily="18" charset="0"/>
            </a:endParaRPr>
          </a:p>
        </p:txBody>
      </p:sp>
      <p:sp>
        <p:nvSpPr>
          <p:cNvPr id="44" name="Freeform: Shape 43">
            <a:extLst>
              <a:ext uri="{FF2B5EF4-FFF2-40B4-BE49-F238E27FC236}">
                <a16:creationId xmlns:a16="http://schemas.microsoft.com/office/drawing/2014/main" id="{AB03F153-A86A-EC47-B869-403871A54176}"/>
              </a:ext>
            </a:extLst>
          </p:cNvPr>
          <p:cNvSpPr/>
          <p:nvPr/>
        </p:nvSpPr>
        <p:spPr>
          <a:xfrm>
            <a:off x="3289985" y="2667197"/>
            <a:ext cx="122564" cy="459618"/>
          </a:xfrm>
          <a:custGeom>
            <a:avLst/>
            <a:gdLst/>
            <a:ahLst/>
            <a:cxnLst/>
            <a:rect l="0" t="0" r="0" b="0"/>
            <a:pathLst>
              <a:path>
                <a:moveTo>
                  <a:pt x="0" y="0"/>
                </a:moveTo>
                <a:lnTo>
                  <a:pt x="0" y="459618"/>
                </a:lnTo>
                <a:lnTo>
                  <a:pt x="122564" y="459618"/>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IN"/>
          </a:p>
        </p:txBody>
      </p:sp>
      <p:sp>
        <p:nvSpPr>
          <p:cNvPr id="45" name="Freeform: Shape 44">
            <a:extLst>
              <a:ext uri="{FF2B5EF4-FFF2-40B4-BE49-F238E27FC236}">
                <a16:creationId xmlns:a16="http://schemas.microsoft.com/office/drawing/2014/main" id="{A5096C97-94AB-2D05-B00E-9512C0450152}"/>
              </a:ext>
            </a:extLst>
          </p:cNvPr>
          <p:cNvSpPr/>
          <p:nvPr/>
        </p:nvSpPr>
        <p:spPr>
          <a:xfrm>
            <a:off x="3412550" y="2820403"/>
            <a:ext cx="980518" cy="612824"/>
          </a:xfrm>
          <a:custGeom>
            <a:avLst/>
            <a:gdLst>
              <a:gd name="connsiteX0" fmla="*/ 0 w 980518"/>
              <a:gd name="connsiteY0" fmla="*/ 61282 h 612824"/>
              <a:gd name="connsiteX1" fmla="*/ 61282 w 980518"/>
              <a:gd name="connsiteY1" fmla="*/ 0 h 612824"/>
              <a:gd name="connsiteX2" fmla="*/ 919236 w 980518"/>
              <a:gd name="connsiteY2" fmla="*/ 0 h 612824"/>
              <a:gd name="connsiteX3" fmla="*/ 980518 w 980518"/>
              <a:gd name="connsiteY3" fmla="*/ 61282 h 612824"/>
              <a:gd name="connsiteX4" fmla="*/ 980518 w 980518"/>
              <a:gd name="connsiteY4" fmla="*/ 551542 h 612824"/>
              <a:gd name="connsiteX5" fmla="*/ 919236 w 980518"/>
              <a:gd name="connsiteY5" fmla="*/ 612824 h 612824"/>
              <a:gd name="connsiteX6" fmla="*/ 61282 w 980518"/>
              <a:gd name="connsiteY6" fmla="*/ 612824 h 612824"/>
              <a:gd name="connsiteX7" fmla="*/ 0 w 980518"/>
              <a:gd name="connsiteY7" fmla="*/ 551542 h 612824"/>
              <a:gd name="connsiteX8" fmla="*/ 0 w 980518"/>
              <a:gd name="connsiteY8" fmla="*/ 61282 h 61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0518" h="612824">
                <a:moveTo>
                  <a:pt x="0" y="61282"/>
                </a:moveTo>
                <a:cubicBezTo>
                  <a:pt x="0" y="27437"/>
                  <a:pt x="27437" y="0"/>
                  <a:pt x="61282" y="0"/>
                </a:cubicBezTo>
                <a:lnTo>
                  <a:pt x="919236" y="0"/>
                </a:lnTo>
                <a:cubicBezTo>
                  <a:pt x="953081" y="0"/>
                  <a:pt x="980518" y="27437"/>
                  <a:pt x="980518" y="61282"/>
                </a:cubicBezTo>
                <a:lnTo>
                  <a:pt x="980518" y="551542"/>
                </a:lnTo>
                <a:cubicBezTo>
                  <a:pt x="980518" y="585387"/>
                  <a:pt x="953081" y="612824"/>
                  <a:pt x="919236" y="612824"/>
                </a:cubicBezTo>
                <a:lnTo>
                  <a:pt x="61282" y="612824"/>
                </a:lnTo>
                <a:cubicBezTo>
                  <a:pt x="27437" y="612824"/>
                  <a:pt x="0" y="585387"/>
                  <a:pt x="0" y="551542"/>
                </a:cubicBezTo>
                <a:lnTo>
                  <a:pt x="0" y="61282"/>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3189" tIns="28109" rIns="33189" bIns="28109" numCol="1" spcCol="1270" anchor="ctr" anchorCtr="0">
            <a:noAutofit/>
          </a:bodyPr>
          <a:lstStyle/>
          <a:p>
            <a:pPr marL="0" lvl="0" indent="0" algn="ctr" defTabSz="355600">
              <a:lnSpc>
                <a:spcPct val="90000"/>
              </a:lnSpc>
              <a:spcBef>
                <a:spcPct val="0"/>
              </a:spcBef>
              <a:spcAft>
                <a:spcPct val="35000"/>
              </a:spcAft>
              <a:buNone/>
            </a:pPr>
            <a:r>
              <a:rPr lang="en-US" sz="900" kern="1200">
                <a:latin typeface="Times New Roman" panose="02020603050405020304" pitchFamily="18" charset="0"/>
                <a:cs typeface="Times New Roman" panose="02020603050405020304" pitchFamily="18" charset="0"/>
              </a:rPr>
              <a:t>Goals and </a:t>
            </a:r>
            <a:r>
              <a:rPr lang="en-US" sz="900" kern="1200" baseline="0">
                <a:latin typeface="Times New Roman" panose="02020603050405020304" pitchFamily="18" charset="0"/>
                <a:cs typeface="Times New Roman" panose="02020603050405020304" pitchFamily="18" charset="0"/>
              </a:rPr>
              <a:t>Deliverables</a:t>
            </a:r>
            <a:endParaRPr lang="en-IN" sz="900" kern="1200" baseline="0">
              <a:latin typeface="Times New Roman" panose="02020603050405020304" pitchFamily="18" charset="0"/>
              <a:cs typeface="Times New Roman" panose="02020603050405020304" pitchFamily="18" charset="0"/>
            </a:endParaRPr>
          </a:p>
        </p:txBody>
      </p:sp>
      <p:sp>
        <p:nvSpPr>
          <p:cNvPr id="46" name="Freeform: Shape 45">
            <a:extLst>
              <a:ext uri="{FF2B5EF4-FFF2-40B4-BE49-F238E27FC236}">
                <a16:creationId xmlns:a16="http://schemas.microsoft.com/office/drawing/2014/main" id="{E1CA1697-0EA0-6A6E-28D9-515A6904FD7F}"/>
              </a:ext>
            </a:extLst>
          </p:cNvPr>
          <p:cNvSpPr/>
          <p:nvPr/>
        </p:nvSpPr>
        <p:spPr>
          <a:xfrm>
            <a:off x="4699481" y="2054373"/>
            <a:ext cx="1225648" cy="612824"/>
          </a:xfrm>
          <a:custGeom>
            <a:avLst/>
            <a:gdLst>
              <a:gd name="connsiteX0" fmla="*/ 0 w 1225648"/>
              <a:gd name="connsiteY0" fmla="*/ 61282 h 612824"/>
              <a:gd name="connsiteX1" fmla="*/ 61282 w 1225648"/>
              <a:gd name="connsiteY1" fmla="*/ 0 h 612824"/>
              <a:gd name="connsiteX2" fmla="*/ 1164366 w 1225648"/>
              <a:gd name="connsiteY2" fmla="*/ 0 h 612824"/>
              <a:gd name="connsiteX3" fmla="*/ 1225648 w 1225648"/>
              <a:gd name="connsiteY3" fmla="*/ 61282 h 612824"/>
              <a:gd name="connsiteX4" fmla="*/ 1225648 w 1225648"/>
              <a:gd name="connsiteY4" fmla="*/ 551542 h 612824"/>
              <a:gd name="connsiteX5" fmla="*/ 1164366 w 1225648"/>
              <a:gd name="connsiteY5" fmla="*/ 612824 h 612824"/>
              <a:gd name="connsiteX6" fmla="*/ 61282 w 1225648"/>
              <a:gd name="connsiteY6" fmla="*/ 612824 h 612824"/>
              <a:gd name="connsiteX7" fmla="*/ 0 w 1225648"/>
              <a:gd name="connsiteY7" fmla="*/ 551542 h 612824"/>
              <a:gd name="connsiteX8" fmla="*/ 0 w 1225648"/>
              <a:gd name="connsiteY8" fmla="*/ 61282 h 61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5648" h="612824">
                <a:moveTo>
                  <a:pt x="0" y="61282"/>
                </a:moveTo>
                <a:cubicBezTo>
                  <a:pt x="0" y="27437"/>
                  <a:pt x="27437" y="0"/>
                  <a:pt x="61282" y="0"/>
                </a:cubicBezTo>
                <a:lnTo>
                  <a:pt x="1164366" y="0"/>
                </a:lnTo>
                <a:cubicBezTo>
                  <a:pt x="1198211" y="0"/>
                  <a:pt x="1225648" y="27437"/>
                  <a:pt x="1225648" y="61282"/>
                </a:cubicBezTo>
                <a:lnTo>
                  <a:pt x="1225648" y="551542"/>
                </a:lnTo>
                <a:cubicBezTo>
                  <a:pt x="1225648" y="585387"/>
                  <a:pt x="1198211" y="612824"/>
                  <a:pt x="1164366" y="612824"/>
                </a:cubicBezTo>
                <a:lnTo>
                  <a:pt x="61282" y="612824"/>
                </a:lnTo>
                <a:cubicBezTo>
                  <a:pt x="27437" y="612824"/>
                  <a:pt x="0" y="585387"/>
                  <a:pt x="0" y="551542"/>
                </a:cubicBezTo>
                <a:lnTo>
                  <a:pt x="0" y="61282"/>
                </a:lnTo>
                <a:close/>
              </a:path>
            </a:pathLst>
          </a:custGeom>
          <a:solidFill>
            <a:schemeClr val="accent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2714" tIns="34459" rIns="42714" bIns="34459" numCol="1" spcCol="1270" anchor="ctr" anchorCtr="0">
            <a:noAutofit/>
          </a:bodyPr>
          <a:lstStyle/>
          <a:p>
            <a:pPr marL="0" lvl="0" indent="0" algn="ctr" defTabSz="577850">
              <a:lnSpc>
                <a:spcPct val="90000"/>
              </a:lnSpc>
              <a:spcBef>
                <a:spcPct val="0"/>
              </a:spcBef>
              <a:spcAft>
                <a:spcPct val="35000"/>
              </a:spcAft>
              <a:buNone/>
            </a:pPr>
            <a:r>
              <a:rPr lang="en-US" sz="1300" b="1" kern="1200" baseline="0">
                <a:latin typeface="Times New Roman" panose="02020603050405020304" pitchFamily="18" charset="0"/>
              </a:rPr>
              <a:t>Methodology</a:t>
            </a:r>
            <a:endParaRPr lang="en-IN" sz="1300" b="1" kern="1200" baseline="0">
              <a:latin typeface="Times New Roman" panose="02020603050405020304" pitchFamily="18" charset="0"/>
            </a:endParaRPr>
          </a:p>
        </p:txBody>
      </p:sp>
      <p:sp>
        <p:nvSpPr>
          <p:cNvPr id="47" name="Freeform: Shape 46">
            <a:extLst>
              <a:ext uri="{FF2B5EF4-FFF2-40B4-BE49-F238E27FC236}">
                <a16:creationId xmlns:a16="http://schemas.microsoft.com/office/drawing/2014/main" id="{097D80CF-634C-FDFC-E8E6-3DB878F7CED5}"/>
              </a:ext>
            </a:extLst>
          </p:cNvPr>
          <p:cNvSpPr/>
          <p:nvPr/>
        </p:nvSpPr>
        <p:spPr>
          <a:xfrm>
            <a:off x="4822046" y="2667197"/>
            <a:ext cx="122564" cy="459618"/>
          </a:xfrm>
          <a:custGeom>
            <a:avLst/>
            <a:gdLst/>
            <a:ahLst/>
            <a:cxnLst/>
            <a:rect l="0" t="0" r="0" b="0"/>
            <a:pathLst>
              <a:path>
                <a:moveTo>
                  <a:pt x="0" y="0"/>
                </a:moveTo>
                <a:lnTo>
                  <a:pt x="0" y="459618"/>
                </a:lnTo>
                <a:lnTo>
                  <a:pt x="122564" y="459618"/>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IN"/>
          </a:p>
        </p:txBody>
      </p:sp>
      <p:sp>
        <p:nvSpPr>
          <p:cNvPr id="48" name="Freeform: Shape 47">
            <a:extLst>
              <a:ext uri="{FF2B5EF4-FFF2-40B4-BE49-F238E27FC236}">
                <a16:creationId xmlns:a16="http://schemas.microsoft.com/office/drawing/2014/main" id="{4DC31488-5C08-CA50-5ACA-BA18C5E2AC49}"/>
              </a:ext>
            </a:extLst>
          </p:cNvPr>
          <p:cNvSpPr/>
          <p:nvPr/>
        </p:nvSpPr>
        <p:spPr>
          <a:xfrm>
            <a:off x="4944611" y="2820403"/>
            <a:ext cx="980518" cy="612824"/>
          </a:xfrm>
          <a:custGeom>
            <a:avLst/>
            <a:gdLst>
              <a:gd name="connsiteX0" fmla="*/ 0 w 980518"/>
              <a:gd name="connsiteY0" fmla="*/ 61282 h 612824"/>
              <a:gd name="connsiteX1" fmla="*/ 61282 w 980518"/>
              <a:gd name="connsiteY1" fmla="*/ 0 h 612824"/>
              <a:gd name="connsiteX2" fmla="*/ 919236 w 980518"/>
              <a:gd name="connsiteY2" fmla="*/ 0 h 612824"/>
              <a:gd name="connsiteX3" fmla="*/ 980518 w 980518"/>
              <a:gd name="connsiteY3" fmla="*/ 61282 h 612824"/>
              <a:gd name="connsiteX4" fmla="*/ 980518 w 980518"/>
              <a:gd name="connsiteY4" fmla="*/ 551542 h 612824"/>
              <a:gd name="connsiteX5" fmla="*/ 919236 w 980518"/>
              <a:gd name="connsiteY5" fmla="*/ 612824 h 612824"/>
              <a:gd name="connsiteX6" fmla="*/ 61282 w 980518"/>
              <a:gd name="connsiteY6" fmla="*/ 612824 h 612824"/>
              <a:gd name="connsiteX7" fmla="*/ 0 w 980518"/>
              <a:gd name="connsiteY7" fmla="*/ 551542 h 612824"/>
              <a:gd name="connsiteX8" fmla="*/ 0 w 980518"/>
              <a:gd name="connsiteY8" fmla="*/ 61282 h 61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0518" h="612824">
                <a:moveTo>
                  <a:pt x="0" y="61282"/>
                </a:moveTo>
                <a:cubicBezTo>
                  <a:pt x="0" y="27437"/>
                  <a:pt x="27437" y="0"/>
                  <a:pt x="61282" y="0"/>
                </a:cubicBezTo>
                <a:lnTo>
                  <a:pt x="919236" y="0"/>
                </a:lnTo>
                <a:cubicBezTo>
                  <a:pt x="953081" y="0"/>
                  <a:pt x="980518" y="27437"/>
                  <a:pt x="980518" y="61282"/>
                </a:cubicBezTo>
                <a:lnTo>
                  <a:pt x="980518" y="551542"/>
                </a:lnTo>
                <a:cubicBezTo>
                  <a:pt x="980518" y="585387"/>
                  <a:pt x="953081" y="612824"/>
                  <a:pt x="919236" y="612824"/>
                </a:cubicBezTo>
                <a:lnTo>
                  <a:pt x="61282" y="612824"/>
                </a:lnTo>
                <a:cubicBezTo>
                  <a:pt x="27437" y="612824"/>
                  <a:pt x="0" y="585387"/>
                  <a:pt x="0" y="551542"/>
                </a:cubicBezTo>
                <a:lnTo>
                  <a:pt x="0" y="61282"/>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5094" tIns="29379" rIns="35094" bIns="29379" numCol="1" spcCol="1270" anchor="ctr" anchorCtr="0">
            <a:noAutofit/>
          </a:bodyPr>
          <a:lstStyle/>
          <a:p>
            <a:pPr marL="0" lvl="0" indent="0" algn="ctr" defTabSz="400050">
              <a:lnSpc>
                <a:spcPct val="90000"/>
              </a:lnSpc>
              <a:spcBef>
                <a:spcPct val="0"/>
              </a:spcBef>
              <a:spcAft>
                <a:spcPct val="35000"/>
              </a:spcAft>
              <a:buNone/>
            </a:pPr>
            <a:r>
              <a:rPr lang="en-US" sz="900" kern="1200">
                <a:latin typeface="Times New Roman" panose="02020603050405020304" pitchFamily="18" charset="0"/>
              </a:rPr>
              <a:t>Grid Connected converter and its control </a:t>
            </a:r>
            <a:r>
              <a:rPr lang="en-US" sz="900" kern="1200" baseline="0">
                <a:latin typeface="Times New Roman" panose="02020603050405020304" pitchFamily="18" charset="0"/>
              </a:rPr>
              <a:t>modelling</a:t>
            </a:r>
            <a:endParaRPr lang="en-IN" sz="900" kern="1200" baseline="0">
              <a:latin typeface="Times New Roman" panose="02020603050405020304" pitchFamily="18" charset="0"/>
            </a:endParaRPr>
          </a:p>
        </p:txBody>
      </p:sp>
      <p:sp>
        <p:nvSpPr>
          <p:cNvPr id="49" name="Freeform: Shape 48">
            <a:extLst>
              <a:ext uri="{FF2B5EF4-FFF2-40B4-BE49-F238E27FC236}">
                <a16:creationId xmlns:a16="http://schemas.microsoft.com/office/drawing/2014/main" id="{5E56FC25-F331-D403-A325-B2529B87734F}"/>
              </a:ext>
            </a:extLst>
          </p:cNvPr>
          <p:cNvSpPr/>
          <p:nvPr/>
        </p:nvSpPr>
        <p:spPr>
          <a:xfrm>
            <a:off x="4822046" y="2667197"/>
            <a:ext cx="122564" cy="1225648"/>
          </a:xfrm>
          <a:custGeom>
            <a:avLst/>
            <a:gdLst/>
            <a:ahLst/>
            <a:cxnLst/>
            <a:rect l="0" t="0" r="0" b="0"/>
            <a:pathLst>
              <a:path>
                <a:moveTo>
                  <a:pt x="0" y="0"/>
                </a:moveTo>
                <a:lnTo>
                  <a:pt x="0" y="1225648"/>
                </a:lnTo>
                <a:lnTo>
                  <a:pt x="122564" y="1225648"/>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IN"/>
          </a:p>
        </p:txBody>
      </p:sp>
      <p:sp>
        <p:nvSpPr>
          <p:cNvPr id="50" name="Freeform: Shape 49">
            <a:extLst>
              <a:ext uri="{FF2B5EF4-FFF2-40B4-BE49-F238E27FC236}">
                <a16:creationId xmlns:a16="http://schemas.microsoft.com/office/drawing/2014/main" id="{D611959F-2E09-B9FB-B9CE-C1A792750801}"/>
              </a:ext>
            </a:extLst>
          </p:cNvPr>
          <p:cNvSpPr/>
          <p:nvPr/>
        </p:nvSpPr>
        <p:spPr>
          <a:xfrm>
            <a:off x="4944611" y="3586434"/>
            <a:ext cx="980518" cy="612824"/>
          </a:xfrm>
          <a:custGeom>
            <a:avLst/>
            <a:gdLst>
              <a:gd name="connsiteX0" fmla="*/ 0 w 980518"/>
              <a:gd name="connsiteY0" fmla="*/ 61282 h 612824"/>
              <a:gd name="connsiteX1" fmla="*/ 61282 w 980518"/>
              <a:gd name="connsiteY1" fmla="*/ 0 h 612824"/>
              <a:gd name="connsiteX2" fmla="*/ 919236 w 980518"/>
              <a:gd name="connsiteY2" fmla="*/ 0 h 612824"/>
              <a:gd name="connsiteX3" fmla="*/ 980518 w 980518"/>
              <a:gd name="connsiteY3" fmla="*/ 61282 h 612824"/>
              <a:gd name="connsiteX4" fmla="*/ 980518 w 980518"/>
              <a:gd name="connsiteY4" fmla="*/ 551542 h 612824"/>
              <a:gd name="connsiteX5" fmla="*/ 919236 w 980518"/>
              <a:gd name="connsiteY5" fmla="*/ 612824 h 612824"/>
              <a:gd name="connsiteX6" fmla="*/ 61282 w 980518"/>
              <a:gd name="connsiteY6" fmla="*/ 612824 h 612824"/>
              <a:gd name="connsiteX7" fmla="*/ 0 w 980518"/>
              <a:gd name="connsiteY7" fmla="*/ 551542 h 612824"/>
              <a:gd name="connsiteX8" fmla="*/ 0 w 980518"/>
              <a:gd name="connsiteY8" fmla="*/ 61282 h 61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0518" h="612824">
                <a:moveTo>
                  <a:pt x="0" y="61282"/>
                </a:moveTo>
                <a:cubicBezTo>
                  <a:pt x="0" y="27437"/>
                  <a:pt x="27437" y="0"/>
                  <a:pt x="61282" y="0"/>
                </a:cubicBezTo>
                <a:lnTo>
                  <a:pt x="919236" y="0"/>
                </a:lnTo>
                <a:cubicBezTo>
                  <a:pt x="953081" y="0"/>
                  <a:pt x="980518" y="27437"/>
                  <a:pt x="980518" y="61282"/>
                </a:cubicBezTo>
                <a:lnTo>
                  <a:pt x="980518" y="551542"/>
                </a:lnTo>
                <a:cubicBezTo>
                  <a:pt x="980518" y="585387"/>
                  <a:pt x="953081" y="612824"/>
                  <a:pt x="919236" y="612824"/>
                </a:cubicBezTo>
                <a:lnTo>
                  <a:pt x="61282" y="612824"/>
                </a:lnTo>
                <a:cubicBezTo>
                  <a:pt x="27437" y="612824"/>
                  <a:pt x="0" y="585387"/>
                  <a:pt x="0" y="551542"/>
                </a:cubicBezTo>
                <a:lnTo>
                  <a:pt x="0" y="61282"/>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5094" tIns="29379" rIns="35094" bIns="29379" numCol="1" spcCol="1270" anchor="ctr" anchorCtr="0">
            <a:noAutofit/>
          </a:bodyPr>
          <a:lstStyle/>
          <a:p>
            <a:pPr marL="0" lvl="0" indent="0" algn="ctr" defTabSz="400050">
              <a:lnSpc>
                <a:spcPct val="90000"/>
              </a:lnSpc>
              <a:spcBef>
                <a:spcPct val="0"/>
              </a:spcBef>
              <a:spcAft>
                <a:spcPct val="35000"/>
              </a:spcAft>
              <a:buNone/>
            </a:pPr>
            <a:r>
              <a:rPr lang="en-US" sz="900" kern="1200">
                <a:latin typeface="Times New Roman" panose="02020603050405020304" pitchFamily="18" charset="0"/>
                <a:cs typeface="Times New Roman" panose="02020603050405020304" pitchFamily="18" charset="0"/>
              </a:rPr>
              <a:t>4-Terminal system with </a:t>
            </a:r>
            <a:r>
              <a:rPr lang="en-US" sz="900" kern="1200" baseline="0">
                <a:latin typeface="Times New Roman" panose="02020603050405020304" pitchFamily="18" charset="0"/>
                <a:cs typeface="Times New Roman" panose="02020603050405020304" pitchFamily="18" charset="0"/>
              </a:rPr>
              <a:t>Multi-level</a:t>
            </a:r>
            <a:r>
              <a:rPr lang="en-US" sz="900" kern="1200">
                <a:latin typeface="Times New Roman" panose="02020603050405020304" pitchFamily="18" charset="0"/>
                <a:cs typeface="Times New Roman" panose="02020603050405020304" pitchFamily="18" charset="0"/>
              </a:rPr>
              <a:t> modular converter modelling</a:t>
            </a:r>
            <a:endParaRPr lang="en-IN" sz="900" kern="1200">
              <a:latin typeface="Times New Roman" panose="02020603050405020304" pitchFamily="18" charset="0"/>
              <a:cs typeface="Times New Roman" panose="02020603050405020304" pitchFamily="18" charset="0"/>
            </a:endParaRPr>
          </a:p>
        </p:txBody>
      </p:sp>
      <p:sp>
        <p:nvSpPr>
          <p:cNvPr id="51" name="Freeform: Shape 50">
            <a:extLst>
              <a:ext uri="{FF2B5EF4-FFF2-40B4-BE49-F238E27FC236}">
                <a16:creationId xmlns:a16="http://schemas.microsoft.com/office/drawing/2014/main" id="{870F5108-D6DA-253F-F2DA-B3352B4A4449}"/>
              </a:ext>
            </a:extLst>
          </p:cNvPr>
          <p:cNvSpPr/>
          <p:nvPr/>
        </p:nvSpPr>
        <p:spPr>
          <a:xfrm>
            <a:off x="6231542" y="2054373"/>
            <a:ext cx="1225648" cy="612824"/>
          </a:xfrm>
          <a:custGeom>
            <a:avLst/>
            <a:gdLst>
              <a:gd name="connsiteX0" fmla="*/ 0 w 1225648"/>
              <a:gd name="connsiteY0" fmla="*/ 61282 h 612824"/>
              <a:gd name="connsiteX1" fmla="*/ 61282 w 1225648"/>
              <a:gd name="connsiteY1" fmla="*/ 0 h 612824"/>
              <a:gd name="connsiteX2" fmla="*/ 1164366 w 1225648"/>
              <a:gd name="connsiteY2" fmla="*/ 0 h 612824"/>
              <a:gd name="connsiteX3" fmla="*/ 1225648 w 1225648"/>
              <a:gd name="connsiteY3" fmla="*/ 61282 h 612824"/>
              <a:gd name="connsiteX4" fmla="*/ 1225648 w 1225648"/>
              <a:gd name="connsiteY4" fmla="*/ 551542 h 612824"/>
              <a:gd name="connsiteX5" fmla="*/ 1164366 w 1225648"/>
              <a:gd name="connsiteY5" fmla="*/ 612824 h 612824"/>
              <a:gd name="connsiteX6" fmla="*/ 61282 w 1225648"/>
              <a:gd name="connsiteY6" fmla="*/ 612824 h 612824"/>
              <a:gd name="connsiteX7" fmla="*/ 0 w 1225648"/>
              <a:gd name="connsiteY7" fmla="*/ 551542 h 612824"/>
              <a:gd name="connsiteX8" fmla="*/ 0 w 1225648"/>
              <a:gd name="connsiteY8" fmla="*/ 61282 h 61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5648" h="612824">
                <a:moveTo>
                  <a:pt x="0" y="61282"/>
                </a:moveTo>
                <a:cubicBezTo>
                  <a:pt x="0" y="27437"/>
                  <a:pt x="27437" y="0"/>
                  <a:pt x="61282" y="0"/>
                </a:cubicBezTo>
                <a:lnTo>
                  <a:pt x="1164366" y="0"/>
                </a:lnTo>
                <a:cubicBezTo>
                  <a:pt x="1198211" y="0"/>
                  <a:pt x="1225648" y="27437"/>
                  <a:pt x="1225648" y="61282"/>
                </a:cubicBezTo>
                <a:lnTo>
                  <a:pt x="1225648" y="551542"/>
                </a:lnTo>
                <a:cubicBezTo>
                  <a:pt x="1225648" y="585387"/>
                  <a:pt x="1198211" y="612824"/>
                  <a:pt x="1164366" y="612824"/>
                </a:cubicBezTo>
                <a:lnTo>
                  <a:pt x="61282" y="612824"/>
                </a:lnTo>
                <a:cubicBezTo>
                  <a:pt x="27437" y="612824"/>
                  <a:pt x="0" y="585387"/>
                  <a:pt x="0" y="551542"/>
                </a:cubicBezTo>
                <a:lnTo>
                  <a:pt x="0" y="61282"/>
                </a:lnTo>
                <a:close/>
              </a:path>
            </a:pathLst>
          </a:custGeom>
          <a:solidFill>
            <a:schemeClr val="accent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2714" tIns="34459" rIns="42714" bIns="34459" numCol="1" spcCol="1270" anchor="ctr" anchorCtr="0">
            <a:noAutofit/>
          </a:bodyPr>
          <a:lstStyle/>
          <a:p>
            <a:pPr marL="0" lvl="0" indent="0" algn="ctr" defTabSz="577850">
              <a:lnSpc>
                <a:spcPct val="90000"/>
              </a:lnSpc>
              <a:spcBef>
                <a:spcPct val="0"/>
              </a:spcBef>
              <a:spcAft>
                <a:spcPct val="35000"/>
              </a:spcAft>
              <a:buNone/>
            </a:pPr>
            <a:r>
              <a:rPr lang="en-US" sz="1300" b="1" kern="1200" baseline="0">
                <a:latin typeface="Times New Roman" panose="02020603050405020304" pitchFamily="18" charset="0"/>
              </a:rPr>
              <a:t>Results</a:t>
            </a:r>
            <a:endParaRPr lang="en-IN" sz="1300" b="1" kern="1200" baseline="0">
              <a:latin typeface="Times New Roman" panose="02020603050405020304" pitchFamily="18" charset="0"/>
            </a:endParaRPr>
          </a:p>
        </p:txBody>
      </p:sp>
      <p:sp>
        <p:nvSpPr>
          <p:cNvPr id="52" name="Freeform: Shape 51">
            <a:extLst>
              <a:ext uri="{FF2B5EF4-FFF2-40B4-BE49-F238E27FC236}">
                <a16:creationId xmlns:a16="http://schemas.microsoft.com/office/drawing/2014/main" id="{1DB1CA0C-2292-7865-1BB6-D17081B4F90E}"/>
              </a:ext>
            </a:extLst>
          </p:cNvPr>
          <p:cNvSpPr/>
          <p:nvPr/>
        </p:nvSpPr>
        <p:spPr>
          <a:xfrm>
            <a:off x="6354107" y="2667197"/>
            <a:ext cx="122564" cy="568351"/>
          </a:xfrm>
          <a:custGeom>
            <a:avLst/>
            <a:gdLst/>
            <a:ahLst/>
            <a:cxnLst/>
            <a:rect l="0" t="0" r="0" b="0"/>
            <a:pathLst>
              <a:path>
                <a:moveTo>
                  <a:pt x="0" y="0"/>
                </a:moveTo>
                <a:lnTo>
                  <a:pt x="0" y="568351"/>
                </a:lnTo>
                <a:lnTo>
                  <a:pt x="122564" y="568351"/>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IN"/>
          </a:p>
        </p:txBody>
      </p:sp>
      <p:sp>
        <p:nvSpPr>
          <p:cNvPr id="53" name="Freeform: Shape 52">
            <a:extLst>
              <a:ext uri="{FF2B5EF4-FFF2-40B4-BE49-F238E27FC236}">
                <a16:creationId xmlns:a16="http://schemas.microsoft.com/office/drawing/2014/main" id="{5E2A0803-3123-C743-9038-651E6B5FE3A2}"/>
              </a:ext>
            </a:extLst>
          </p:cNvPr>
          <p:cNvSpPr/>
          <p:nvPr/>
        </p:nvSpPr>
        <p:spPr>
          <a:xfrm>
            <a:off x="6476672" y="2820403"/>
            <a:ext cx="1074913" cy="830291"/>
          </a:xfrm>
          <a:custGeom>
            <a:avLst/>
            <a:gdLst>
              <a:gd name="connsiteX0" fmla="*/ 0 w 1074913"/>
              <a:gd name="connsiteY0" fmla="*/ 83029 h 830291"/>
              <a:gd name="connsiteX1" fmla="*/ 83029 w 1074913"/>
              <a:gd name="connsiteY1" fmla="*/ 0 h 830291"/>
              <a:gd name="connsiteX2" fmla="*/ 991884 w 1074913"/>
              <a:gd name="connsiteY2" fmla="*/ 0 h 830291"/>
              <a:gd name="connsiteX3" fmla="*/ 1074913 w 1074913"/>
              <a:gd name="connsiteY3" fmla="*/ 83029 h 830291"/>
              <a:gd name="connsiteX4" fmla="*/ 1074913 w 1074913"/>
              <a:gd name="connsiteY4" fmla="*/ 747262 h 830291"/>
              <a:gd name="connsiteX5" fmla="*/ 991884 w 1074913"/>
              <a:gd name="connsiteY5" fmla="*/ 830291 h 830291"/>
              <a:gd name="connsiteX6" fmla="*/ 83029 w 1074913"/>
              <a:gd name="connsiteY6" fmla="*/ 830291 h 830291"/>
              <a:gd name="connsiteX7" fmla="*/ 0 w 1074913"/>
              <a:gd name="connsiteY7" fmla="*/ 747262 h 830291"/>
              <a:gd name="connsiteX8" fmla="*/ 0 w 1074913"/>
              <a:gd name="connsiteY8" fmla="*/ 83029 h 830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4913" h="830291">
                <a:moveTo>
                  <a:pt x="0" y="83029"/>
                </a:moveTo>
                <a:cubicBezTo>
                  <a:pt x="0" y="37173"/>
                  <a:pt x="37173" y="0"/>
                  <a:pt x="83029" y="0"/>
                </a:cubicBezTo>
                <a:lnTo>
                  <a:pt x="991884" y="0"/>
                </a:lnTo>
                <a:cubicBezTo>
                  <a:pt x="1037740" y="0"/>
                  <a:pt x="1074913" y="37173"/>
                  <a:pt x="1074913" y="83029"/>
                </a:cubicBezTo>
                <a:lnTo>
                  <a:pt x="1074913" y="747262"/>
                </a:lnTo>
                <a:cubicBezTo>
                  <a:pt x="1074913" y="793118"/>
                  <a:pt x="1037740" y="830291"/>
                  <a:pt x="991884" y="830291"/>
                </a:cubicBezTo>
                <a:lnTo>
                  <a:pt x="83029" y="830291"/>
                </a:lnTo>
                <a:cubicBezTo>
                  <a:pt x="37173" y="830291"/>
                  <a:pt x="0" y="793118"/>
                  <a:pt x="0" y="747262"/>
                </a:cubicBezTo>
                <a:lnTo>
                  <a:pt x="0" y="83029"/>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41463" tIns="35748" rIns="41463" bIns="35748" numCol="1" spcCol="1270" anchor="ctr" anchorCtr="0">
            <a:noAutofit/>
          </a:bodyPr>
          <a:lstStyle/>
          <a:p>
            <a:pPr marL="0" lvl="0" indent="0" algn="ctr" defTabSz="400050">
              <a:lnSpc>
                <a:spcPct val="90000"/>
              </a:lnSpc>
              <a:spcBef>
                <a:spcPct val="0"/>
              </a:spcBef>
              <a:spcAft>
                <a:spcPct val="35000"/>
              </a:spcAft>
              <a:buNone/>
            </a:pPr>
            <a:r>
              <a:rPr lang="en-US" sz="900" kern="1200">
                <a:latin typeface="Times New Roman" panose="02020603050405020304" pitchFamily="18" charset="0"/>
                <a:cs typeface="Times New Roman" panose="02020603050405020304" pitchFamily="18" charset="0"/>
              </a:rPr>
              <a:t>Simulation results of  Grid connected </a:t>
            </a:r>
            <a:r>
              <a:rPr lang="en-US" sz="900" kern="1200" baseline="0">
                <a:latin typeface="Times New Roman" panose="02020603050405020304" pitchFamily="18" charset="0"/>
                <a:cs typeface="Times New Roman" panose="02020603050405020304" pitchFamily="18" charset="0"/>
              </a:rPr>
              <a:t>converter</a:t>
            </a:r>
            <a:r>
              <a:rPr lang="en-US" sz="900" kern="1200">
                <a:latin typeface="Times New Roman" panose="02020603050405020304" pitchFamily="18" charset="0"/>
                <a:cs typeface="Times New Roman" panose="02020603050405020304" pitchFamily="18" charset="0"/>
              </a:rPr>
              <a:t> system from PSCAD and its MATLAB validation</a:t>
            </a:r>
            <a:r>
              <a:rPr lang="en-US" sz="900" kern="1200"/>
              <a:t>.</a:t>
            </a:r>
            <a:endParaRPr lang="en-IN" sz="900" kern="1200"/>
          </a:p>
        </p:txBody>
      </p:sp>
      <p:sp>
        <p:nvSpPr>
          <p:cNvPr id="54" name="Freeform: Shape 53">
            <a:extLst>
              <a:ext uri="{FF2B5EF4-FFF2-40B4-BE49-F238E27FC236}">
                <a16:creationId xmlns:a16="http://schemas.microsoft.com/office/drawing/2014/main" id="{BBDC4DC6-9418-6F75-1A37-74DBC61EB347}"/>
              </a:ext>
            </a:extLst>
          </p:cNvPr>
          <p:cNvSpPr/>
          <p:nvPr/>
        </p:nvSpPr>
        <p:spPr>
          <a:xfrm>
            <a:off x="6354107" y="2667197"/>
            <a:ext cx="122564" cy="1443115"/>
          </a:xfrm>
          <a:custGeom>
            <a:avLst/>
            <a:gdLst/>
            <a:ahLst/>
            <a:cxnLst/>
            <a:rect l="0" t="0" r="0" b="0"/>
            <a:pathLst>
              <a:path>
                <a:moveTo>
                  <a:pt x="0" y="0"/>
                </a:moveTo>
                <a:lnTo>
                  <a:pt x="0" y="1443115"/>
                </a:lnTo>
                <a:lnTo>
                  <a:pt x="122564" y="1443115"/>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IN"/>
          </a:p>
        </p:txBody>
      </p:sp>
      <p:sp>
        <p:nvSpPr>
          <p:cNvPr id="55" name="Freeform: Shape 54">
            <a:extLst>
              <a:ext uri="{FF2B5EF4-FFF2-40B4-BE49-F238E27FC236}">
                <a16:creationId xmlns:a16="http://schemas.microsoft.com/office/drawing/2014/main" id="{793E5C18-8B58-4C6F-E62B-9DE2656CE33F}"/>
              </a:ext>
            </a:extLst>
          </p:cNvPr>
          <p:cNvSpPr/>
          <p:nvPr/>
        </p:nvSpPr>
        <p:spPr>
          <a:xfrm>
            <a:off x="6476672" y="3803900"/>
            <a:ext cx="980518" cy="612824"/>
          </a:xfrm>
          <a:custGeom>
            <a:avLst/>
            <a:gdLst>
              <a:gd name="connsiteX0" fmla="*/ 0 w 980518"/>
              <a:gd name="connsiteY0" fmla="*/ 61282 h 612824"/>
              <a:gd name="connsiteX1" fmla="*/ 61282 w 980518"/>
              <a:gd name="connsiteY1" fmla="*/ 0 h 612824"/>
              <a:gd name="connsiteX2" fmla="*/ 919236 w 980518"/>
              <a:gd name="connsiteY2" fmla="*/ 0 h 612824"/>
              <a:gd name="connsiteX3" fmla="*/ 980518 w 980518"/>
              <a:gd name="connsiteY3" fmla="*/ 61282 h 612824"/>
              <a:gd name="connsiteX4" fmla="*/ 980518 w 980518"/>
              <a:gd name="connsiteY4" fmla="*/ 551542 h 612824"/>
              <a:gd name="connsiteX5" fmla="*/ 919236 w 980518"/>
              <a:gd name="connsiteY5" fmla="*/ 612824 h 612824"/>
              <a:gd name="connsiteX6" fmla="*/ 61282 w 980518"/>
              <a:gd name="connsiteY6" fmla="*/ 612824 h 612824"/>
              <a:gd name="connsiteX7" fmla="*/ 0 w 980518"/>
              <a:gd name="connsiteY7" fmla="*/ 551542 h 612824"/>
              <a:gd name="connsiteX8" fmla="*/ 0 w 980518"/>
              <a:gd name="connsiteY8" fmla="*/ 61282 h 61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0518" h="612824">
                <a:moveTo>
                  <a:pt x="0" y="61282"/>
                </a:moveTo>
                <a:cubicBezTo>
                  <a:pt x="0" y="27437"/>
                  <a:pt x="27437" y="0"/>
                  <a:pt x="61282" y="0"/>
                </a:cubicBezTo>
                <a:lnTo>
                  <a:pt x="919236" y="0"/>
                </a:lnTo>
                <a:cubicBezTo>
                  <a:pt x="953081" y="0"/>
                  <a:pt x="980518" y="27437"/>
                  <a:pt x="980518" y="61282"/>
                </a:cubicBezTo>
                <a:lnTo>
                  <a:pt x="980518" y="551542"/>
                </a:lnTo>
                <a:cubicBezTo>
                  <a:pt x="980518" y="585387"/>
                  <a:pt x="953081" y="612824"/>
                  <a:pt x="919236" y="612824"/>
                </a:cubicBezTo>
                <a:lnTo>
                  <a:pt x="61282" y="612824"/>
                </a:lnTo>
                <a:cubicBezTo>
                  <a:pt x="27437" y="612824"/>
                  <a:pt x="0" y="585387"/>
                  <a:pt x="0" y="551542"/>
                </a:cubicBezTo>
                <a:lnTo>
                  <a:pt x="0" y="61282"/>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5094" tIns="29379" rIns="35094" bIns="29379" numCol="1" spcCol="1270" anchor="ctr" anchorCtr="0">
            <a:noAutofit/>
          </a:bodyPr>
          <a:lstStyle/>
          <a:p>
            <a:pPr marL="0" lvl="0" indent="0" algn="ctr" defTabSz="400050">
              <a:lnSpc>
                <a:spcPct val="90000"/>
              </a:lnSpc>
              <a:spcBef>
                <a:spcPct val="0"/>
              </a:spcBef>
              <a:spcAft>
                <a:spcPct val="35000"/>
              </a:spcAft>
              <a:buNone/>
            </a:pPr>
            <a:r>
              <a:rPr lang="en-US" sz="900" kern="1200" baseline="0">
                <a:latin typeface="Times New Roman" panose="02020603050405020304" pitchFamily="18" charset="0"/>
                <a:cs typeface="Times New Roman" panose="02020603050405020304" pitchFamily="18" charset="0"/>
              </a:rPr>
              <a:t>Simulation</a:t>
            </a:r>
            <a:r>
              <a:rPr lang="en-US" sz="900" kern="1200">
                <a:latin typeface="Times New Roman" panose="02020603050405020304" pitchFamily="18" charset="0"/>
                <a:cs typeface="Times New Roman" panose="02020603050405020304" pitchFamily="18" charset="0"/>
              </a:rPr>
              <a:t> results of 4-Terminal HVDC system from PSCAD.</a:t>
            </a:r>
            <a:endParaRPr lang="en-IN" sz="900" kern="1200">
              <a:latin typeface="Times New Roman" panose="02020603050405020304" pitchFamily="18" charset="0"/>
              <a:cs typeface="Times New Roman" panose="02020603050405020304" pitchFamily="18" charset="0"/>
            </a:endParaRPr>
          </a:p>
        </p:txBody>
      </p:sp>
      <p:sp>
        <p:nvSpPr>
          <p:cNvPr id="56" name="Freeform: Shape 55">
            <a:extLst>
              <a:ext uri="{FF2B5EF4-FFF2-40B4-BE49-F238E27FC236}">
                <a16:creationId xmlns:a16="http://schemas.microsoft.com/office/drawing/2014/main" id="{6C1752BF-7425-FC80-B0C8-22B43859E53C}"/>
              </a:ext>
            </a:extLst>
          </p:cNvPr>
          <p:cNvSpPr/>
          <p:nvPr/>
        </p:nvSpPr>
        <p:spPr>
          <a:xfrm>
            <a:off x="7763603" y="2054373"/>
            <a:ext cx="1225648" cy="612824"/>
          </a:xfrm>
          <a:custGeom>
            <a:avLst/>
            <a:gdLst>
              <a:gd name="connsiteX0" fmla="*/ 0 w 1225648"/>
              <a:gd name="connsiteY0" fmla="*/ 61282 h 612824"/>
              <a:gd name="connsiteX1" fmla="*/ 61282 w 1225648"/>
              <a:gd name="connsiteY1" fmla="*/ 0 h 612824"/>
              <a:gd name="connsiteX2" fmla="*/ 1164366 w 1225648"/>
              <a:gd name="connsiteY2" fmla="*/ 0 h 612824"/>
              <a:gd name="connsiteX3" fmla="*/ 1225648 w 1225648"/>
              <a:gd name="connsiteY3" fmla="*/ 61282 h 612824"/>
              <a:gd name="connsiteX4" fmla="*/ 1225648 w 1225648"/>
              <a:gd name="connsiteY4" fmla="*/ 551542 h 612824"/>
              <a:gd name="connsiteX5" fmla="*/ 1164366 w 1225648"/>
              <a:gd name="connsiteY5" fmla="*/ 612824 h 612824"/>
              <a:gd name="connsiteX6" fmla="*/ 61282 w 1225648"/>
              <a:gd name="connsiteY6" fmla="*/ 612824 h 612824"/>
              <a:gd name="connsiteX7" fmla="*/ 0 w 1225648"/>
              <a:gd name="connsiteY7" fmla="*/ 551542 h 612824"/>
              <a:gd name="connsiteX8" fmla="*/ 0 w 1225648"/>
              <a:gd name="connsiteY8" fmla="*/ 61282 h 61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5648" h="612824">
                <a:moveTo>
                  <a:pt x="0" y="61282"/>
                </a:moveTo>
                <a:cubicBezTo>
                  <a:pt x="0" y="27437"/>
                  <a:pt x="27437" y="0"/>
                  <a:pt x="61282" y="0"/>
                </a:cubicBezTo>
                <a:lnTo>
                  <a:pt x="1164366" y="0"/>
                </a:lnTo>
                <a:cubicBezTo>
                  <a:pt x="1198211" y="0"/>
                  <a:pt x="1225648" y="27437"/>
                  <a:pt x="1225648" y="61282"/>
                </a:cubicBezTo>
                <a:lnTo>
                  <a:pt x="1225648" y="551542"/>
                </a:lnTo>
                <a:cubicBezTo>
                  <a:pt x="1225648" y="585387"/>
                  <a:pt x="1198211" y="612824"/>
                  <a:pt x="1164366" y="612824"/>
                </a:cubicBezTo>
                <a:lnTo>
                  <a:pt x="61282" y="612824"/>
                </a:lnTo>
                <a:cubicBezTo>
                  <a:pt x="27437" y="612824"/>
                  <a:pt x="0" y="585387"/>
                  <a:pt x="0" y="551542"/>
                </a:cubicBezTo>
                <a:lnTo>
                  <a:pt x="0" y="61282"/>
                </a:lnTo>
                <a:close/>
              </a:path>
            </a:pathLst>
          </a:custGeom>
          <a:solidFill>
            <a:schemeClr val="accent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2714" tIns="34459" rIns="42714" bIns="34459" numCol="1" spcCol="1270" anchor="ctr" anchorCtr="0">
            <a:noAutofit/>
          </a:bodyPr>
          <a:lstStyle/>
          <a:p>
            <a:pPr marL="0" lvl="0" indent="0" algn="ctr" defTabSz="577850">
              <a:lnSpc>
                <a:spcPct val="90000"/>
              </a:lnSpc>
              <a:spcBef>
                <a:spcPct val="0"/>
              </a:spcBef>
              <a:spcAft>
                <a:spcPct val="35000"/>
              </a:spcAft>
              <a:buNone/>
            </a:pPr>
            <a:r>
              <a:rPr lang="en-US" sz="1300" b="1">
                <a:latin typeface="Times New Roman" panose="02020603050405020304" pitchFamily="18" charset="0"/>
              </a:rPr>
              <a:t>Conclusions and Future scope</a:t>
            </a:r>
            <a:endParaRPr lang="en-IN" sz="1300" b="1" kern="1200" baseline="0">
              <a:latin typeface="Times New Roman" panose="02020603050405020304" pitchFamily="18" charset="0"/>
            </a:endParaRPr>
          </a:p>
        </p:txBody>
      </p:sp>
      <p:sp>
        <p:nvSpPr>
          <p:cNvPr id="57" name="Freeform: Shape 56">
            <a:extLst>
              <a:ext uri="{FF2B5EF4-FFF2-40B4-BE49-F238E27FC236}">
                <a16:creationId xmlns:a16="http://schemas.microsoft.com/office/drawing/2014/main" id="{07712CD6-133D-6C9A-2E40-A3615C7F641C}"/>
              </a:ext>
            </a:extLst>
          </p:cNvPr>
          <p:cNvSpPr/>
          <p:nvPr/>
        </p:nvSpPr>
        <p:spPr>
          <a:xfrm>
            <a:off x="7886168" y="2667197"/>
            <a:ext cx="122564" cy="459618"/>
          </a:xfrm>
          <a:custGeom>
            <a:avLst/>
            <a:gdLst/>
            <a:ahLst/>
            <a:cxnLst/>
            <a:rect l="0" t="0" r="0" b="0"/>
            <a:pathLst>
              <a:path>
                <a:moveTo>
                  <a:pt x="0" y="0"/>
                </a:moveTo>
                <a:lnTo>
                  <a:pt x="0" y="459618"/>
                </a:lnTo>
                <a:lnTo>
                  <a:pt x="122564" y="459618"/>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IN"/>
          </a:p>
        </p:txBody>
      </p:sp>
      <p:sp>
        <p:nvSpPr>
          <p:cNvPr id="58" name="Freeform: Shape 57">
            <a:extLst>
              <a:ext uri="{FF2B5EF4-FFF2-40B4-BE49-F238E27FC236}">
                <a16:creationId xmlns:a16="http://schemas.microsoft.com/office/drawing/2014/main" id="{9252D2FB-5864-18FE-1465-2A88535A9E16}"/>
              </a:ext>
            </a:extLst>
          </p:cNvPr>
          <p:cNvSpPr/>
          <p:nvPr/>
        </p:nvSpPr>
        <p:spPr>
          <a:xfrm>
            <a:off x="8008733" y="2820403"/>
            <a:ext cx="980518" cy="612824"/>
          </a:xfrm>
          <a:custGeom>
            <a:avLst/>
            <a:gdLst>
              <a:gd name="connsiteX0" fmla="*/ 0 w 980518"/>
              <a:gd name="connsiteY0" fmla="*/ 61282 h 612824"/>
              <a:gd name="connsiteX1" fmla="*/ 61282 w 980518"/>
              <a:gd name="connsiteY1" fmla="*/ 0 h 612824"/>
              <a:gd name="connsiteX2" fmla="*/ 919236 w 980518"/>
              <a:gd name="connsiteY2" fmla="*/ 0 h 612824"/>
              <a:gd name="connsiteX3" fmla="*/ 980518 w 980518"/>
              <a:gd name="connsiteY3" fmla="*/ 61282 h 612824"/>
              <a:gd name="connsiteX4" fmla="*/ 980518 w 980518"/>
              <a:gd name="connsiteY4" fmla="*/ 551542 h 612824"/>
              <a:gd name="connsiteX5" fmla="*/ 919236 w 980518"/>
              <a:gd name="connsiteY5" fmla="*/ 612824 h 612824"/>
              <a:gd name="connsiteX6" fmla="*/ 61282 w 980518"/>
              <a:gd name="connsiteY6" fmla="*/ 612824 h 612824"/>
              <a:gd name="connsiteX7" fmla="*/ 0 w 980518"/>
              <a:gd name="connsiteY7" fmla="*/ 551542 h 612824"/>
              <a:gd name="connsiteX8" fmla="*/ 0 w 980518"/>
              <a:gd name="connsiteY8" fmla="*/ 61282 h 61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0518" h="612824">
                <a:moveTo>
                  <a:pt x="0" y="61282"/>
                </a:moveTo>
                <a:cubicBezTo>
                  <a:pt x="0" y="27437"/>
                  <a:pt x="27437" y="0"/>
                  <a:pt x="61282" y="0"/>
                </a:cubicBezTo>
                <a:lnTo>
                  <a:pt x="919236" y="0"/>
                </a:lnTo>
                <a:cubicBezTo>
                  <a:pt x="953081" y="0"/>
                  <a:pt x="980518" y="27437"/>
                  <a:pt x="980518" y="61282"/>
                </a:cubicBezTo>
                <a:lnTo>
                  <a:pt x="980518" y="551542"/>
                </a:lnTo>
                <a:cubicBezTo>
                  <a:pt x="980518" y="585387"/>
                  <a:pt x="953081" y="612824"/>
                  <a:pt x="919236" y="612824"/>
                </a:cubicBezTo>
                <a:lnTo>
                  <a:pt x="61282" y="612824"/>
                </a:lnTo>
                <a:cubicBezTo>
                  <a:pt x="27437" y="612824"/>
                  <a:pt x="0" y="585387"/>
                  <a:pt x="0" y="551542"/>
                </a:cubicBezTo>
                <a:lnTo>
                  <a:pt x="0" y="61282"/>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5094" tIns="29379" rIns="35094" bIns="29379" numCol="1" spcCol="1270" anchor="ctr" anchorCtr="0">
            <a:noAutofit/>
          </a:bodyPr>
          <a:lstStyle/>
          <a:p>
            <a:pPr marL="0" lvl="0" indent="0" algn="ctr" defTabSz="400050">
              <a:lnSpc>
                <a:spcPct val="90000"/>
              </a:lnSpc>
              <a:spcBef>
                <a:spcPct val="0"/>
              </a:spcBef>
              <a:spcAft>
                <a:spcPct val="35000"/>
              </a:spcAft>
              <a:buNone/>
            </a:pPr>
            <a:r>
              <a:rPr lang="en-US" sz="900">
                <a:latin typeface="Times New Roman" panose="02020603050405020304" pitchFamily="18" charset="0"/>
              </a:rPr>
              <a:t>Conclusion</a:t>
            </a:r>
            <a:r>
              <a:rPr lang="en-US" sz="900" kern="1200" baseline="0">
                <a:latin typeface="Times New Roman" panose="02020603050405020304" pitchFamily="18" charset="0"/>
              </a:rPr>
              <a:t>.</a:t>
            </a:r>
            <a:endParaRPr lang="en-IN" sz="900" kern="1200" baseline="0">
              <a:latin typeface="Times New Roman" panose="02020603050405020304" pitchFamily="18" charset="0"/>
            </a:endParaRPr>
          </a:p>
        </p:txBody>
      </p:sp>
      <p:sp>
        <p:nvSpPr>
          <p:cNvPr id="59" name="Freeform: Shape 58">
            <a:extLst>
              <a:ext uri="{FF2B5EF4-FFF2-40B4-BE49-F238E27FC236}">
                <a16:creationId xmlns:a16="http://schemas.microsoft.com/office/drawing/2014/main" id="{D25A30B2-9043-F290-6320-68071CF88C07}"/>
              </a:ext>
            </a:extLst>
          </p:cNvPr>
          <p:cNvSpPr/>
          <p:nvPr/>
        </p:nvSpPr>
        <p:spPr>
          <a:xfrm>
            <a:off x="7886168" y="2667197"/>
            <a:ext cx="122564" cy="1225648"/>
          </a:xfrm>
          <a:custGeom>
            <a:avLst/>
            <a:gdLst/>
            <a:ahLst/>
            <a:cxnLst/>
            <a:rect l="0" t="0" r="0" b="0"/>
            <a:pathLst>
              <a:path>
                <a:moveTo>
                  <a:pt x="0" y="0"/>
                </a:moveTo>
                <a:lnTo>
                  <a:pt x="0" y="1225648"/>
                </a:lnTo>
                <a:lnTo>
                  <a:pt x="122564" y="1225648"/>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IN"/>
          </a:p>
        </p:txBody>
      </p:sp>
      <p:sp>
        <p:nvSpPr>
          <p:cNvPr id="60" name="Freeform: Shape 59">
            <a:extLst>
              <a:ext uri="{FF2B5EF4-FFF2-40B4-BE49-F238E27FC236}">
                <a16:creationId xmlns:a16="http://schemas.microsoft.com/office/drawing/2014/main" id="{501D8472-F80C-7352-A92C-76CA743257D8}"/>
              </a:ext>
            </a:extLst>
          </p:cNvPr>
          <p:cNvSpPr/>
          <p:nvPr/>
        </p:nvSpPr>
        <p:spPr>
          <a:xfrm>
            <a:off x="8008733" y="3586434"/>
            <a:ext cx="980518" cy="612824"/>
          </a:xfrm>
          <a:custGeom>
            <a:avLst/>
            <a:gdLst>
              <a:gd name="connsiteX0" fmla="*/ 0 w 980518"/>
              <a:gd name="connsiteY0" fmla="*/ 61282 h 612824"/>
              <a:gd name="connsiteX1" fmla="*/ 61282 w 980518"/>
              <a:gd name="connsiteY1" fmla="*/ 0 h 612824"/>
              <a:gd name="connsiteX2" fmla="*/ 919236 w 980518"/>
              <a:gd name="connsiteY2" fmla="*/ 0 h 612824"/>
              <a:gd name="connsiteX3" fmla="*/ 980518 w 980518"/>
              <a:gd name="connsiteY3" fmla="*/ 61282 h 612824"/>
              <a:gd name="connsiteX4" fmla="*/ 980518 w 980518"/>
              <a:gd name="connsiteY4" fmla="*/ 551542 h 612824"/>
              <a:gd name="connsiteX5" fmla="*/ 919236 w 980518"/>
              <a:gd name="connsiteY5" fmla="*/ 612824 h 612824"/>
              <a:gd name="connsiteX6" fmla="*/ 61282 w 980518"/>
              <a:gd name="connsiteY6" fmla="*/ 612824 h 612824"/>
              <a:gd name="connsiteX7" fmla="*/ 0 w 980518"/>
              <a:gd name="connsiteY7" fmla="*/ 551542 h 612824"/>
              <a:gd name="connsiteX8" fmla="*/ 0 w 980518"/>
              <a:gd name="connsiteY8" fmla="*/ 61282 h 61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0518" h="612824">
                <a:moveTo>
                  <a:pt x="0" y="61282"/>
                </a:moveTo>
                <a:cubicBezTo>
                  <a:pt x="0" y="27437"/>
                  <a:pt x="27437" y="0"/>
                  <a:pt x="61282" y="0"/>
                </a:cubicBezTo>
                <a:lnTo>
                  <a:pt x="919236" y="0"/>
                </a:lnTo>
                <a:cubicBezTo>
                  <a:pt x="953081" y="0"/>
                  <a:pt x="980518" y="27437"/>
                  <a:pt x="980518" y="61282"/>
                </a:cubicBezTo>
                <a:lnTo>
                  <a:pt x="980518" y="551542"/>
                </a:lnTo>
                <a:cubicBezTo>
                  <a:pt x="980518" y="585387"/>
                  <a:pt x="953081" y="612824"/>
                  <a:pt x="919236" y="612824"/>
                </a:cubicBezTo>
                <a:lnTo>
                  <a:pt x="61282" y="612824"/>
                </a:lnTo>
                <a:cubicBezTo>
                  <a:pt x="27437" y="612824"/>
                  <a:pt x="0" y="585387"/>
                  <a:pt x="0" y="551542"/>
                </a:cubicBezTo>
                <a:lnTo>
                  <a:pt x="0" y="61282"/>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5094" tIns="29379" rIns="35094" bIns="29379" numCol="1" spcCol="1270" anchor="ctr" anchorCtr="0">
            <a:noAutofit/>
          </a:bodyPr>
          <a:lstStyle/>
          <a:p>
            <a:pPr marL="0" lvl="0" indent="0" algn="ctr" defTabSz="400050">
              <a:lnSpc>
                <a:spcPct val="90000"/>
              </a:lnSpc>
              <a:spcBef>
                <a:spcPct val="0"/>
              </a:spcBef>
              <a:spcAft>
                <a:spcPct val="35000"/>
              </a:spcAft>
              <a:buNone/>
            </a:pPr>
            <a:r>
              <a:rPr lang="en-US" sz="900">
                <a:latin typeface="Times New Roman" panose="02020603050405020304" pitchFamily="18" charset="0"/>
              </a:rPr>
              <a:t>Research and future scope</a:t>
            </a:r>
            <a:endParaRPr lang="en-IN" sz="900" kern="1200" baseline="0">
              <a:latin typeface="Times New Roman" panose="02020603050405020304" pitchFamily="18" charset="0"/>
            </a:endParaRPr>
          </a:p>
        </p:txBody>
      </p:sp>
      <p:sp>
        <p:nvSpPr>
          <p:cNvPr id="4" name="Rectangle 3">
            <a:extLst>
              <a:ext uri="{FF2B5EF4-FFF2-40B4-BE49-F238E27FC236}">
                <a16:creationId xmlns:a16="http://schemas.microsoft.com/office/drawing/2014/main" id="{9D37AEFA-EA27-D111-5FDC-CBC10EBD49E1}"/>
              </a:ext>
            </a:extLst>
          </p:cNvPr>
          <p:cNvSpPr/>
          <p:nvPr/>
        </p:nvSpPr>
        <p:spPr>
          <a:xfrm>
            <a:off x="-1910" y="6356197"/>
            <a:ext cx="9145911" cy="482367"/>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a:solidFill>
                  <a:schemeClr val="tx1"/>
                </a:solidFill>
                <a:latin typeface="Times New Roman"/>
                <a:cs typeface="Times New Roman"/>
              </a:rPr>
              <a:t>End-Semester Evaluation</a:t>
            </a:r>
            <a:r>
              <a:rPr lang="en-US" sz="1400">
                <a:solidFill>
                  <a:schemeClr val="tx1"/>
                </a:solidFill>
                <a:latin typeface="Times New Roman"/>
                <a:cs typeface="Times New Roman"/>
              </a:rPr>
              <a:t>                                       </a:t>
            </a:r>
            <a:r>
              <a:rPr lang="en-US" sz="1600">
                <a:solidFill>
                  <a:schemeClr val="tx1"/>
                </a:solidFill>
                <a:latin typeface="Times New Roman"/>
                <a:cs typeface="Times New Roman"/>
              </a:rPr>
              <a:t>Maloth Karthikeya                                                           2          </a:t>
            </a:r>
          </a:p>
        </p:txBody>
      </p:sp>
    </p:spTree>
    <p:extLst>
      <p:ext uri="{BB962C8B-B14F-4D97-AF65-F5344CB8AC3E}">
        <p14:creationId xmlns:p14="http://schemas.microsoft.com/office/powerpoint/2010/main" val="617751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5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3"/>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6"/>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5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8"/>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5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1" grpId="0" animBg="1"/>
      <p:bldP spid="25" grpId="0" animBg="1"/>
      <p:bldP spid="29" grpId="0" animBg="1"/>
      <p:bldP spid="30" grpId="0" animBg="1"/>
      <p:bldP spid="38" grpId="0" animBg="1"/>
      <p:bldP spid="40" grpId="0" animBg="1"/>
      <p:bldP spid="42" grpId="0" animBg="1"/>
      <p:bldP spid="43" grpId="0" animBg="1"/>
      <p:bldP spid="45" grpId="0" animBg="1"/>
      <p:bldP spid="46" grpId="0" animBg="1"/>
      <p:bldP spid="48" grpId="0" animBg="1"/>
      <p:bldP spid="50" grpId="0" animBg="1"/>
      <p:bldP spid="51" grpId="0" animBg="1"/>
      <p:bldP spid="53" grpId="0" animBg="1"/>
      <p:bldP spid="55" grpId="0" animBg="1"/>
      <p:bldP spid="56" grpId="0" animBg="1"/>
      <p:bldP spid="58" grpId="0" animBg="1"/>
      <p:bldP spid="6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683C6-E16E-699A-1DDA-B458068F92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5B97AA-A5C6-0AAD-1378-C6C81CCD2C94}"/>
              </a:ext>
            </a:extLst>
          </p:cNvPr>
          <p:cNvSpPr>
            <a:spLocks noGrp="1"/>
          </p:cNvSpPr>
          <p:nvPr>
            <p:ph type="title"/>
          </p:nvPr>
        </p:nvSpPr>
        <p:spPr>
          <a:xfrm>
            <a:off x="147142" y="223928"/>
            <a:ext cx="4801769" cy="702302"/>
          </a:xfrm>
        </p:spPr>
        <p:txBody>
          <a:bodyPr>
            <a:normAutofit/>
          </a:bodyPr>
          <a:lstStyle/>
          <a:p>
            <a:r>
              <a:rPr lang="en-US" sz="3200" b="1">
                <a:latin typeface="Times New Roman" panose="02020603050405020304" pitchFamily="18" charset="0"/>
                <a:cs typeface="Times New Roman" panose="02020603050405020304" pitchFamily="18" charset="0"/>
              </a:rPr>
              <a:t>Introduction </a:t>
            </a:r>
            <a:endParaRPr lang="en-US" sz="3000" b="1">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14ECD0A-3CCD-F61A-0E5F-301067629498}"/>
              </a:ext>
            </a:extLst>
          </p:cNvPr>
          <p:cNvSpPr>
            <a:spLocks noGrp="1"/>
          </p:cNvSpPr>
          <p:nvPr>
            <p:ph idx="1"/>
          </p:nvPr>
        </p:nvSpPr>
        <p:spPr>
          <a:xfrm>
            <a:off x="85402" y="2279441"/>
            <a:ext cx="5284940" cy="974379"/>
          </a:xfrm>
        </p:spPr>
        <p:txBody>
          <a:bodyPr vert="horz" lIns="0" tIns="45720" rIns="0" bIns="45720" rtlCol="0" anchor="t">
            <a:normAutofit/>
          </a:bodyPr>
          <a:lstStyle/>
          <a:p>
            <a:pPr>
              <a:lnSpc>
                <a:spcPct val="100000"/>
              </a:lnSpc>
              <a:spcBef>
                <a:spcPts val="400"/>
              </a:spcBef>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High Voltage Direct Current(HVDC) systems employ a hierarchical control structure to maintain stability and </a:t>
            </a:r>
            <a:r>
              <a:rPr lang="en-US" sz="1400" kern="800" dirty="0">
                <a:latin typeface="Times New Roman" panose="02020603050405020304" pitchFamily="18" charset="0"/>
                <a:cs typeface="Times New Roman" panose="02020603050405020304" pitchFamily="18" charset="0"/>
              </a:rPr>
              <a:t>coordination</a:t>
            </a:r>
            <a:r>
              <a:rPr lang="en-US" sz="1400" dirty="0">
                <a:latin typeface="Times New Roman" panose="02020603050405020304" pitchFamily="18" charset="0"/>
                <a:cs typeface="Times New Roman" panose="02020603050405020304" pitchFamily="18" charset="0"/>
              </a:rPr>
              <a:t> across converter stations. Which includes,</a:t>
            </a:r>
          </a:p>
        </p:txBody>
      </p:sp>
      <p:sp>
        <p:nvSpPr>
          <p:cNvPr id="7" name="Rectangle 6">
            <a:extLst>
              <a:ext uri="{FF2B5EF4-FFF2-40B4-BE49-F238E27FC236}">
                <a16:creationId xmlns:a16="http://schemas.microsoft.com/office/drawing/2014/main" id="{9B8C220B-8B14-4286-C98C-E86DAB237F4A}"/>
              </a:ext>
            </a:extLst>
          </p:cNvPr>
          <p:cNvSpPr/>
          <p:nvPr/>
        </p:nvSpPr>
        <p:spPr>
          <a:xfrm>
            <a:off x="-1911" y="6292423"/>
            <a:ext cx="9145911" cy="63773"/>
          </a:xfrm>
          <a:prstGeom prst="rect">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9E7FCC7F-20D9-B8CF-C3E0-3820B7B8E172}"/>
              </a:ext>
            </a:extLst>
          </p:cNvPr>
          <p:cNvSpPr/>
          <p:nvPr/>
        </p:nvSpPr>
        <p:spPr>
          <a:xfrm>
            <a:off x="0" y="1010414"/>
            <a:ext cx="9144000" cy="63773"/>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descr="A blue and white logo with text and a book&#10;&#10;Description automatically generated">
            <a:extLst>
              <a:ext uri="{FF2B5EF4-FFF2-40B4-BE49-F238E27FC236}">
                <a16:creationId xmlns:a16="http://schemas.microsoft.com/office/drawing/2014/main" id="{DD439324-46F2-2A26-393F-3B6C39DAB9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81113" y="-64838"/>
            <a:ext cx="1015745" cy="1107136"/>
          </a:xfrm>
          <a:prstGeom prst="rect">
            <a:avLst/>
          </a:prstGeom>
        </p:spPr>
      </p:pic>
      <p:sp>
        <p:nvSpPr>
          <p:cNvPr id="11" name="TextBox 10">
            <a:extLst>
              <a:ext uri="{FF2B5EF4-FFF2-40B4-BE49-F238E27FC236}">
                <a16:creationId xmlns:a16="http://schemas.microsoft.com/office/drawing/2014/main" id="{FE9F1D7E-FEF1-5B41-41A7-AC61B654B30C}"/>
              </a:ext>
            </a:extLst>
          </p:cNvPr>
          <p:cNvSpPr txBox="1"/>
          <p:nvPr/>
        </p:nvSpPr>
        <p:spPr>
          <a:xfrm>
            <a:off x="85402" y="1133776"/>
            <a:ext cx="4025902" cy="830997"/>
          </a:xfrm>
          <a:prstGeom prst="rect">
            <a:avLst/>
          </a:prstGeom>
          <a:noFill/>
        </p:spPr>
        <p:txBody>
          <a:bodyPr wrap="square">
            <a:spAutoFit/>
          </a:bodyPr>
          <a:lstStyle/>
          <a:p>
            <a:r>
              <a:rPr lang="en-IN" sz="2400">
                <a:latin typeface="Times New Roman" panose="02020603050405020304" pitchFamily="18" charset="0"/>
                <a:cs typeface="Times New Roman" panose="02020603050405020304" pitchFamily="18" charset="0"/>
              </a:rPr>
              <a:t>HVDC systems?</a:t>
            </a:r>
          </a:p>
          <a:p>
            <a:r>
              <a:rPr lang="en-IN" sz="2400">
                <a:latin typeface="Times New Roman" panose="02020603050405020304" pitchFamily="18" charset="0"/>
                <a:cs typeface="Times New Roman" panose="02020603050405020304" pitchFamily="18" charset="0"/>
              </a:rPr>
              <a:t>Converters?</a:t>
            </a:r>
          </a:p>
        </p:txBody>
      </p:sp>
      <p:pic>
        <p:nvPicPr>
          <p:cNvPr id="6" name="Picture 5">
            <a:extLst>
              <a:ext uri="{FF2B5EF4-FFF2-40B4-BE49-F238E27FC236}">
                <a16:creationId xmlns:a16="http://schemas.microsoft.com/office/drawing/2014/main" id="{1E4E1FE5-8F75-219C-2558-6E5FFD1336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32698" y="1102382"/>
            <a:ext cx="4025902" cy="1289046"/>
          </a:xfrm>
          <a:prstGeom prst="rect">
            <a:avLst/>
          </a:prstGeom>
        </p:spPr>
      </p:pic>
      <p:grpSp>
        <p:nvGrpSpPr>
          <p:cNvPr id="14" name="Group 13">
            <a:extLst>
              <a:ext uri="{FF2B5EF4-FFF2-40B4-BE49-F238E27FC236}">
                <a16:creationId xmlns:a16="http://schemas.microsoft.com/office/drawing/2014/main" id="{CB5DA365-05C7-3BB1-6EC6-E43DA1795D53}"/>
              </a:ext>
            </a:extLst>
          </p:cNvPr>
          <p:cNvGrpSpPr/>
          <p:nvPr/>
        </p:nvGrpSpPr>
        <p:grpSpPr>
          <a:xfrm>
            <a:off x="5505225" y="2867316"/>
            <a:ext cx="3638775" cy="2784274"/>
            <a:chOff x="5262328" y="2395122"/>
            <a:chExt cx="3803099" cy="2928403"/>
          </a:xfrm>
        </p:grpSpPr>
        <p:pic>
          <p:nvPicPr>
            <p:cNvPr id="5" name="Picture 4">
              <a:extLst>
                <a:ext uri="{FF2B5EF4-FFF2-40B4-BE49-F238E27FC236}">
                  <a16:creationId xmlns:a16="http://schemas.microsoft.com/office/drawing/2014/main" id="{E0F4C0FD-9B82-A1AE-A9C6-8622741C807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62328" y="2395122"/>
              <a:ext cx="3803099" cy="2928403"/>
            </a:xfrm>
            <a:prstGeom prst="rect">
              <a:avLst/>
            </a:prstGeom>
          </p:spPr>
        </p:pic>
        <p:sp>
          <p:nvSpPr>
            <p:cNvPr id="13" name="TextBox 12">
              <a:extLst>
                <a:ext uri="{FF2B5EF4-FFF2-40B4-BE49-F238E27FC236}">
                  <a16:creationId xmlns:a16="http://schemas.microsoft.com/office/drawing/2014/main" id="{CF2B598F-03B2-49A4-A8F1-B2C58633DEB3}"/>
                </a:ext>
              </a:extLst>
            </p:cNvPr>
            <p:cNvSpPr txBox="1"/>
            <p:nvPr/>
          </p:nvSpPr>
          <p:spPr>
            <a:xfrm>
              <a:off x="5319429" y="4425052"/>
              <a:ext cx="1065249" cy="861774"/>
            </a:xfrm>
            <a:prstGeom prst="rect">
              <a:avLst/>
            </a:prstGeom>
            <a:noFill/>
          </p:spPr>
          <p:txBody>
            <a:bodyPr wrap="square">
              <a:spAutoFit/>
            </a:bodyPr>
            <a:lstStyle/>
            <a:p>
              <a:r>
                <a:rPr lang="en-IN" sz="1000">
                  <a:latin typeface="Times New Roman" panose="02020603050405020304" pitchFamily="18" charset="0"/>
                  <a:cs typeface="Times New Roman" panose="02020603050405020304" pitchFamily="18" charset="0"/>
                </a:rPr>
                <a:t>https://powerline.net.in/wp-content/uploads/2017/12/Pg-65-A.jpg</a:t>
              </a:r>
            </a:p>
          </p:txBody>
        </p:sp>
      </p:grpSp>
      <p:sp>
        <p:nvSpPr>
          <p:cNvPr id="18" name="TextBox 17">
            <a:extLst>
              <a:ext uri="{FF2B5EF4-FFF2-40B4-BE49-F238E27FC236}">
                <a16:creationId xmlns:a16="http://schemas.microsoft.com/office/drawing/2014/main" id="{68843908-243A-CE74-9CBC-AB90D98EE846}"/>
              </a:ext>
            </a:extLst>
          </p:cNvPr>
          <p:cNvSpPr txBox="1"/>
          <p:nvPr/>
        </p:nvSpPr>
        <p:spPr>
          <a:xfrm>
            <a:off x="65761" y="3170027"/>
            <a:ext cx="5284940" cy="1220847"/>
          </a:xfrm>
          <a:prstGeom prst="rect">
            <a:avLst/>
          </a:prstGeom>
          <a:noFill/>
        </p:spPr>
        <p:txBody>
          <a:bodyPr wrap="square" lIns="91440" tIns="45720" rIns="91440" bIns="45720" anchor="t">
            <a:spAutoFit/>
          </a:bodyPr>
          <a:lstStyle/>
          <a:p>
            <a:pPr>
              <a:spcBef>
                <a:spcPts val="400"/>
              </a:spcBef>
              <a:buFont typeface="Wingdings" panose="05000000000000000000" pitchFamily="2" charset="2"/>
              <a:buChar char="Ø"/>
            </a:pPr>
            <a:r>
              <a:rPr lang="en-US" sz="1400">
                <a:latin typeface="Times New Roman"/>
                <a:cs typeface="Times New Roman"/>
              </a:rPr>
              <a:t>The </a:t>
            </a:r>
            <a:r>
              <a:rPr lang="en-US" sz="1400" b="1">
                <a:latin typeface="Times New Roman"/>
                <a:cs typeface="Times New Roman"/>
              </a:rPr>
              <a:t>control</a:t>
            </a:r>
            <a:r>
              <a:rPr lang="en-US" sz="1400">
                <a:latin typeface="Times New Roman"/>
                <a:cs typeface="Times New Roman"/>
              </a:rPr>
              <a:t> architecture ensures fast, local regulation of active and reactive power, and DC voltage to stabilize the system during disturbances. </a:t>
            </a:r>
          </a:p>
          <a:p>
            <a:pPr>
              <a:lnSpc>
                <a:spcPct val="100000"/>
              </a:lnSpc>
              <a:spcBef>
                <a:spcPts val="400"/>
              </a:spcBef>
              <a:buFont typeface="Wingdings" panose="05000000000000000000" pitchFamily="2" charset="2"/>
              <a:buChar char="Ø"/>
            </a:pPr>
            <a:r>
              <a:rPr lang="en-US" sz="1400">
                <a:latin typeface="Times New Roman"/>
                <a:cs typeface="Times New Roman"/>
              </a:rPr>
              <a:t>They enhance both the </a:t>
            </a:r>
            <a:r>
              <a:rPr lang="en-US" sz="1400" b="1">
                <a:latin typeface="Times New Roman"/>
                <a:cs typeface="Times New Roman"/>
              </a:rPr>
              <a:t>dynamic response</a:t>
            </a:r>
            <a:r>
              <a:rPr lang="en-US" sz="1400">
                <a:latin typeface="Times New Roman"/>
                <a:cs typeface="Times New Roman"/>
              </a:rPr>
              <a:t> and </a:t>
            </a:r>
            <a:r>
              <a:rPr lang="en-US" sz="1400" b="1">
                <a:latin typeface="Times New Roman"/>
                <a:cs typeface="Times New Roman"/>
              </a:rPr>
              <a:t>overall reliability</a:t>
            </a:r>
            <a:r>
              <a:rPr lang="en-US" sz="1400">
                <a:latin typeface="Times New Roman"/>
                <a:cs typeface="Times New Roman"/>
              </a:rPr>
              <a:t> of HVDC networks.</a:t>
            </a:r>
          </a:p>
        </p:txBody>
      </p:sp>
      <p:sp>
        <p:nvSpPr>
          <p:cNvPr id="4" name="TextBox 3">
            <a:extLst>
              <a:ext uri="{FF2B5EF4-FFF2-40B4-BE49-F238E27FC236}">
                <a16:creationId xmlns:a16="http://schemas.microsoft.com/office/drawing/2014/main" id="{6F7500B5-6B9F-1DAA-A631-27E3C1DCD26E}"/>
              </a:ext>
            </a:extLst>
          </p:cNvPr>
          <p:cNvSpPr txBox="1"/>
          <p:nvPr/>
        </p:nvSpPr>
        <p:spPr>
          <a:xfrm>
            <a:off x="6231395" y="5663120"/>
            <a:ext cx="2028119" cy="276999"/>
          </a:xfrm>
          <a:prstGeom prst="rect">
            <a:avLst/>
          </a:prstGeom>
          <a:noFill/>
        </p:spPr>
        <p:txBody>
          <a:bodyPr wrap="none" rtlCol="0">
            <a:spAutoFit/>
          </a:bodyPr>
          <a:lstStyle/>
          <a:p>
            <a:r>
              <a:rPr lang="en-IN" sz="1200">
                <a:latin typeface="Times New Roman" panose="02020603050405020304" pitchFamily="18" charset="0"/>
                <a:cs typeface="Times New Roman" panose="02020603050405020304" pitchFamily="18" charset="0"/>
              </a:rPr>
              <a:t>Fig.2 HVDC Projects in India</a:t>
            </a:r>
          </a:p>
        </p:txBody>
      </p:sp>
      <p:sp>
        <p:nvSpPr>
          <p:cNvPr id="12" name="TextBox 11">
            <a:extLst>
              <a:ext uri="{FF2B5EF4-FFF2-40B4-BE49-F238E27FC236}">
                <a16:creationId xmlns:a16="http://schemas.microsoft.com/office/drawing/2014/main" id="{69F9BF1B-839C-D148-6E63-0A645A91B526}"/>
              </a:ext>
            </a:extLst>
          </p:cNvPr>
          <p:cNvSpPr txBox="1"/>
          <p:nvPr/>
        </p:nvSpPr>
        <p:spPr>
          <a:xfrm>
            <a:off x="6231395" y="2266208"/>
            <a:ext cx="1444626" cy="276999"/>
          </a:xfrm>
          <a:prstGeom prst="rect">
            <a:avLst/>
          </a:prstGeom>
          <a:noFill/>
        </p:spPr>
        <p:txBody>
          <a:bodyPr wrap="none" rtlCol="0">
            <a:spAutoFit/>
          </a:bodyPr>
          <a:lstStyle/>
          <a:p>
            <a:r>
              <a:rPr lang="en-IN" sz="1200">
                <a:latin typeface="Times New Roman" panose="02020603050405020304" pitchFamily="18" charset="0"/>
                <a:cs typeface="Times New Roman" panose="02020603050405020304" pitchFamily="18" charset="0"/>
              </a:rPr>
              <a:t>Fig.1 HVDC system</a:t>
            </a:r>
          </a:p>
        </p:txBody>
      </p:sp>
      <p:sp>
        <p:nvSpPr>
          <p:cNvPr id="15" name="Rectangle 14">
            <a:extLst>
              <a:ext uri="{FF2B5EF4-FFF2-40B4-BE49-F238E27FC236}">
                <a16:creationId xmlns:a16="http://schemas.microsoft.com/office/drawing/2014/main" id="{20C8AAED-ACE6-4295-5889-CDD9BA701F5A}"/>
              </a:ext>
            </a:extLst>
          </p:cNvPr>
          <p:cNvSpPr/>
          <p:nvPr/>
        </p:nvSpPr>
        <p:spPr>
          <a:xfrm>
            <a:off x="-1910" y="6356197"/>
            <a:ext cx="9145911" cy="482367"/>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a:solidFill>
                  <a:schemeClr val="tx1"/>
                </a:solidFill>
                <a:latin typeface="Times New Roman"/>
                <a:cs typeface="Times New Roman"/>
              </a:rPr>
              <a:t>End-Semester Evaluation</a:t>
            </a:r>
            <a:r>
              <a:rPr lang="en-US" sz="1400">
                <a:solidFill>
                  <a:schemeClr val="tx1"/>
                </a:solidFill>
                <a:latin typeface="Times New Roman"/>
                <a:cs typeface="Times New Roman"/>
              </a:rPr>
              <a:t>                                       </a:t>
            </a:r>
            <a:r>
              <a:rPr lang="en-US" sz="1600">
                <a:solidFill>
                  <a:schemeClr val="tx1"/>
                </a:solidFill>
                <a:latin typeface="Times New Roman"/>
                <a:cs typeface="Times New Roman"/>
              </a:rPr>
              <a:t>Maloth Karthikeya                                                           3         </a:t>
            </a:r>
          </a:p>
        </p:txBody>
      </p:sp>
    </p:spTree>
    <p:extLst>
      <p:ext uri="{BB962C8B-B14F-4D97-AF65-F5344CB8AC3E}">
        <p14:creationId xmlns:p14="http://schemas.microsoft.com/office/powerpoint/2010/main" val="1078837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8"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90A30-CB41-2062-F374-E49612E838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B91C9F-EC3B-5C18-15A4-F4B652AE16B1}"/>
              </a:ext>
            </a:extLst>
          </p:cNvPr>
          <p:cNvSpPr>
            <a:spLocks noGrp="1"/>
          </p:cNvSpPr>
          <p:nvPr>
            <p:ph type="title"/>
          </p:nvPr>
        </p:nvSpPr>
        <p:spPr>
          <a:xfrm>
            <a:off x="152217" y="204232"/>
            <a:ext cx="4801769" cy="702302"/>
          </a:xfrm>
        </p:spPr>
        <p:txBody>
          <a:bodyPr>
            <a:normAutofit/>
          </a:bodyPr>
          <a:lstStyle/>
          <a:p>
            <a:r>
              <a:rPr lang="en-US" sz="3200" b="1">
                <a:latin typeface="Times New Roman" panose="02020603050405020304" pitchFamily="18" charset="0"/>
                <a:cs typeface="Times New Roman" panose="02020603050405020304" pitchFamily="18" charset="0"/>
              </a:rPr>
              <a:t>Literature Review</a:t>
            </a:r>
            <a:endParaRPr lang="en-US" sz="3000" b="1">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3F1EC50-A119-BDE4-C2F5-6E01BF3A9AB6}"/>
              </a:ext>
            </a:extLst>
          </p:cNvPr>
          <p:cNvSpPr>
            <a:spLocks noGrp="1"/>
          </p:cNvSpPr>
          <p:nvPr>
            <p:ph idx="1"/>
          </p:nvPr>
        </p:nvSpPr>
        <p:spPr>
          <a:xfrm>
            <a:off x="-207060" y="865142"/>
            <a:ext cx="9276033" cy="3982690"/>
          </a:xfrm>
        </p:spPr>
        <p:txBody>
          <a:bodyPr vert="horz" lIns="0" tIns="45720" rIns="0" bIns="45720" rtlCol="0" anchor="t">
            <a:normAutofit/>
          </a:bodyPr>
          <a:lstStyle/>
          <a:p>
            <a:pPr marL="342900" lvl="1" indent="0">
              <a:lnSpc>
                <a:spcPct val="100000"/>
              </a:lnSpc>
              <a:buNone/>
            </a:pPr>
            <a:endParaRPr lang="en-US" sz="1400">
              <a:latin typeface="Times New Roman"/>
              <a:cs typeface="Times New Roman"/>
            </a:endParaRPr>
          </a:p>
          <a:p>
            <a:pPr lvl="1">
              <a:lnSpc>
                <a:spcPct val="100000"/>
              </a:lnSpc>
              <a:buFont typeface="Wingdings" panose="05000000000000000000" pitchFamily="2" charset="2"/>
              <a:buChar char="Ø"/>
            </a:pPr>
            <a:r>
              <a:rPr lang="en-US" sz="1400"/>
              <a:t> </a:t>
            </a:r>
            <a:r>
              <a:rPr lang="en-US" sz="1400">
                <a:latin typeface="Times New Roman" panose="02020603050405020304" pitchFamily="18" charset="0"/>
                <a:cs typeface="Times New Roman" panose="02020603050405020304" pitchFamily="18" charset="0"/>
              </a:rPr>
              <a:t>Hierarchical control, comprising primary and secondary levels—enhances reliability, coordination, and performance in both point-to-point and multi-terminal (MT-HVDC) systems. </a:t>
            </a:r>
          </a:p>
          <a:p>
            <a:pPr lvl="1">
              <a:lnSpc>
                <a:spcPct val="100000"/>
              </a:lnSpc>
              <a:buFont typeface="Wingdings" panose="05000000000000000000" pitchFamily="2" charset="2"/>
              <a:buChar char="Ø"/>
            </a:pPr>
            <a:r>
              <a:rPr lang="en-US" sz="1400">
                <a:latin typeface="Times New Roman" panose="02020603050405020304" pitchFamily="18" charset="0"/>
                <a:cs typeface="Times New Roman" panose="02020603050405020304" pitchFamily="18" charset="0"/>
              </a:rPr>
              <a:t>Early studies, like </a:t>
            </a:r>
            <a:r>
              <a:rPr lang="en-US" sz="1400">
                <a:solidFill>
                  <a:schemeClr val="accent2"/>
                </a:solidFill>
                <a:latin typeface="Times New Roman" panose="02020603050405020304" pitchFamily="18" charset="0"/>
                <a:cs typeface="Times New Roman" panose="02020603050405020304" pitchFamily="18" charset="0"/>
              </a:rPr>
              <a:t>Yazdani and Iravani (2010), </a:t>
            </a:r>
            <a:r>
              <a:rPr lang="en-US" sz="1400">
                <a:latin typeface="Times New Roman" panose="02020603050405020304" pitchFamily="18" charset="0"/>
                <a:cs typeface="Times New Roman" panose="02020603050405020304" pitchFamily="18" charset="0"/>
              </a:rPr>
              <a:t>established foundational VSC control for DC voltage and grid synchronization.</a:t>
            </a:r>
          </a:p>
          <a:p>
            <a:pPr lvl="1">
              <a:lnSpc>
                <a:spcPct val="100000"/>
              </a:lnSpc>
              <a:buFont typeface="Wingdings" panose="05000000000000000000" pitchFamily="2" charset="2"/>
              <a:buChar char="Ø"/>
            </a:pPr>
            <a:r>
              <a:rPr lang="en-US" sz="1400">
                <a:latin typeface="Times New Roman" panose="02020603050405020304" pitchFamily="18" charset="0"/>
                <a:cs typeface="Times New Roman" panose="02020603050405020304" pitchFamily="18" charset="0"/>
              </a:rPr>
              <a:t> Later exploring research works advanced to Grid connected systems, MMC-based systems, multi-terminal configurations, voltage control schemes.</a:t>
            </a:r>
          </a:p>
          <a:p>
            <a:pPr lvl="1">
              <a:lnSpc>
                <a:spcPct val="100000"/>
              </a:lnSpc>
              <a:buFont typeface="Wingdings" panose="05000000000000000000" pitchFamily="2" charset="2"/>
              <a:buChar char="Ø"/>
            </a:pPr>
            <a:r>
              <a:rPr lang="en-US" sz="1400">
                <a:latin typeface="Times New Roman" panose="02020603050405020304" pitchFamily="18" charset="0"/>
                <a:cs typeface="Times New Roman" panose="02020603050405020304" pitchFamily="18" charset="0"/>
              </a:rPr>
              <a:t> Key words:</a:t>
            </a:r>
          </a:p>
          <a:p>
            <a:pPr lvl="1">
              <a:lnSpc>
                <a:spcPct val="100000"/>
              </a:lnSpc>
            </a:pPr>
            <a:r>
              <a:rPr lang="en-US" sz="1400">
                <a:latin typeface="Times New Roman" panose="02020603050405020304" pitchFamily="18" charset="0"/>
                <a:cs typeface="Times New Roman" panose="02020603050405020304" pitchFamily="18" charset="0"/>
              </a:rPr>
              <a:t>Grid modelling</a:t>
            </a:r>
          </a:p>
          <a:p>
            <a:pPr lvl="1">
              <a:lnSpc>
                <a:spcPct val="100000"/>
              </a:lnSpc>
            </a:pPr>
            <a:r>
              <a:rPr lang="en-US" sz="1400">
                <a:latin typeface="Times New Roman" panose="02020603050405020304" pitchFamily="18" charset="0"/>
                <a:cs typeface="Times New Roman" panose="02020603050405020304" pitchFamily="18" charset="0"/>
              </a:rPr>
              <a:t>Converter modelling</a:t>
            </a:r>
          </a:p>
          <a:p>
            <a:pPr lvl="1">
              <a:lnSpc>
                <a:spcPct val="100000"/>
              </a:lnSpc>
            </a:pPr>
            <a:r>
              <a:rPr lang="en-US" sz="1400">
                <a:latin typeface="Times New Roman" panose="02020603050405020304" pitchFamily="18" charset="0"/>
                <a:cs typeface="Times New Roman" panose="02020603050405020304" pitchFamily="18" charset="0"/>
              </a:rPr>
              <a:t>Control Architecture of converter</a:t>
            </a:r>
          </a:p>
          <a:p>
            <a:pPr lvl="2" algn="just">
              <a:lnSpc>
                <a:spcPct val="100000"/>
              </a:lnSpc>
              <a:buFont typeface="Wingdings" panose="05000000000000000000" pitchFamily="2" charset="2"/>
              <a:buChar char="§"/>
            </a:pPr>
            <a:r>
              <a:rPr lang="en-US" sz="1400">
                <a:latin typeface="Times New Roman" panose="02020603050405020304" pitchFamily="18" charset="0"/>
                <a:cs typeface="Times New Roman" panose="02020603050405020304" pitchFamily="18" charset="0"/>
              </a:rPr>
              <a:t>PLL(Phase-Locked loop)</a:t>
            </a:r>
          </a:p>
          <a:p>
            <a:pPr lvl="2">
              <a:lnSpc>
                <a:spcPct val="100000"/>
              </a:lnSpc>
              <a:buFont typeface="Wingdings" panose="05000000000000000000" pitchFamily="2" charset="2"/>
              <a:buChar char="§"/>
            </a:pPr>
            <a:r>
              <a:rPr lang="en-US" sz="1400">
                <a:latin typeface="Times New Roman" panose="02020603050405020304" pitchFamily="18" charset="0"/>
                <a:cs typeface="Times New Roman" panose="02020603050405020304" pitchFamily="18" charset="0"/>
              </a:rPr>
              <a:t>abc-dq transformation , </a:t>
            </a:r>
          </a:p>
          <a:p>
            <a:pPr lvl="2">
              <a:lnSpc>
                <a:spcPct val="100000"/>
              </a:lnSpc>
              <a:buFont typeface="Wingdings" panose="05000000000000000000" pitchFamily="2" charset="2"/>
              <a:buChar char="§"/>
            </a:pPr>
            <a:r>
              <a:rPr lang="en-US" sz="1400">
                <a:latin typeface="Times New Roman" panose="02020603050405020304" pitchFamily="18" charset="0"/>
                <a:cs typeface="Times New Roman" panose="02020603050405020304" pitchFamily="18" charset="0"/>
              </a:rPr>
              <a:t>Outer loop : Active and Reactive power control</a:t>
            </a:r>
          </a:p>
          <a:p>
            <a:pPr lvl="2">
              <a:lnSpc>
                <a:spcPct val="100000"/>
              </a:lnSpc>
              <a:buFont typeface="Wingdings" panose="05000000000000000000" pitchFamily="2" charset="2"/>
              <a:buChar char="§"/>
            </a:pPr>
            <a:r>
              <a:rPr lang="en-US" sz="1400">
                <a:latin typeface="Times New Roman" panose="02020603050405020304" pitchFamily="18" charset="0"/>
                <a:cs typeface="Times New Roman" panose="02020603050405020304" pitchFamily="18" charset="0"/>
              </a:rPr>
              <a:t>Inner loop : Current control </a:t>
            </a:r>
          </a:p>
        </p:txBody>
      </p:sp>
      <p:sp>
        <p:nvSpPr>
          <p:cNvPr id="7" name="Rectangle 6">
            <a:extLst>
              <a:ext uri="{FF2B5EF4-FFF2-40B4-BE49-F238E27FC236}">
                <a16:creationId xmlns:a16="http://schemas.microsoft.com/office/drawing/2014/main" id="{2DB17460-D2F6-C5EF-3679-B05955912AC8}"/>
              </a:ext>
            </a:extLst>
          </p:cNvPr>
          <p:cNvSpPr/>
          <p:nvPr/>
        </p:nvSpPr>
        <p:spPr>
          <a:xfrm>
            <a:off x="-1911" y="6292423"/>
            <a:ext cx="9145911" cy="63773"/>
          </a:xfrm>
          <a:prstGeom prst="rect">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7B4A89AF-A7C5-C826-17D3-6698341A5853}"/>
              </a:ext>
            </a:extLst>
          </p:cNvPr>
          <p:cNvSpPr/>
          <p:nvPr/>
        </p:nvSpPr>
        <p:spPr>
          <a:xfrm>
            <a:off x="0" y="1010414"/>
            <a:ext cx="9144000" cy="63773"/>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descr="A blue and white logo with text and a book&#10;&#10;Description automatically generated">
            <a:extLst>
              <a:ext uri="{FF2B5EF4-FFF2-40B4-BE49-F238E27FC236}">
                <a16:creationId xmlns:a16="http://schemas.microsoft.com/office/drawing/2014/main" id="{3BB0FDE0-C271-C85D-BEA2-F5A2426098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49534" y="-44920"/>
            <a:ext cx="1019439" cy="1111163"/>
          </a:xfrm>
          <a:prstGeom prst="rect">
            <a:avLst/>
          </a:prstGeom>
        </p:spPr>
      </p:pic>
      <p:grpSp>
        <p:nvGrpSpPr>
          <p:cNvPr id="14" name="Group 13">
            <a:extLst>
              <a:ext uri="{FF2B5EF4-FFF2-40B4-BE49-F238E27FC236}">
                <a16:creationId xmlns:a16="http://schemas.microsoft.com/office/drawing/2014/main" id="{EC99F2A8-F66C-B4E8-63B7-50A8C4B95653}"/>
              </a:ext>
            </a:extLst>
          </p:cNvPr>
          <p:cNvGrpSpPr/>
          <p:nvPr/>
        </p:nvGrpSpPr>
        <p:grpSpPr>
          <a:xfrm>
            <a:off x="4298340" y="2646816"/>
            <a:ext cx="4463275" cy="2923312"/>
            <a:chOff x="4556396" y="2625654"/>
            <a:chExt cx="4203633" cy="2608129"/>
          </a:xfrm>
        </p:grpSpPr>
        <p:pic>
          <p:nvPicPr>
            <p:cNvPr id="11" name="Picture 10">
              <a:extLst>
                <a:ext uri="{FF2B5EF4-FFF2-40B4-BE49-F238E27FC236}">
                  <a16:creationId xmlns:a16="http://schemas.microsoft.com/office/drawing/2014/main" id="{167F8AF0-C963-FDD7-3565-E4F4E9F40C5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56396" y="2739396"/>
              <a:ext cx="4203633" cy="2494387"/>
            </a:xfrm>
            <a:prstGeom prst="rect">
              <a:avLst/>
            </a:prstGeom>
          </p:spPr>
        </p:pic>
        <p:sp>
          <p:nvSpPr>
            <p:cNvPr id="12" name="TextBox 11">
              <a:extLst>
                <a:ext uri="{FF2B5EF4-FFF2-40B4-BE49-F238E27FC236}">
                  <a16:creationId xmlns:a16="http://schemas.microsoft.com/office/drawing/2014/main" id="{1B3A2888-9227-2F1D-26E1-8230CF0CB309}"/>
                </a:ext>
              </a:extLst>
            </p:cNvPr>
            <p:cNvSpPr txBox="1"/>
            <p:nvPr/>
          </p:nvSpPr>
          <p:spPr>
            <a:xfrm>
              <a:off x="6563479" y="2625654"/>
              <a:ext cx="2196550" cy="461665"/>
            </a:xfrm>
            <a:prstGeom prst="rect">
              <a:avLst/>
            </a:prstGeom>
            <a:noFill/>
          </p:spPr>
          <p:txBody>
            <a:bodyPr wrap="square" rtlCol="0">
              <a:spAutoFit/>
            </a:bodyPr>
            <a:lstStyle/>
            <a:p>
              <a:r>
                <a:rPr lang="en-IN" sz="800">
                  <a:latin typeface="Times New Roman" panose="02020603050405020304" pitchFamily="18" charset="0"/>
                  <a:cs typeface="Times New Roman" panose="02020603050405020304" pitchFamily="18" charset="0"/>
                </a:rPr>
                <a:t>https://figures.semanticscholar.org/1a6c11856e11eb58f1926cbf9bad2d270848466f/2-Figure1-1.png</a:t>
              </a:r>
            </a:p>
          </p:txBody>
        </p:sp>
      </p:grpSp>
      <p:sp>
        <p:nvSpPr>
          <p:cNvPr id="4" name="TextBox 3">
            <a:extLst>
              <a:ext uri="{FF2B5EF4-FFF2-40B4-BE49-F238E27FC236}">
                <a16:creationId xmlns:a16="http://schemas.microsoft.com/office/drawing/2014/main" id="{3CB05603-0A29-FEA6-1AFF-A73F24DC229E}"/>
              </a:ext>
            </a:extLst>
          </p:cNvPr>
          <p:cNvSpPr txBox="1"/>
          <p:nvPr/>
        </p:nvSpPr>
        <p:spPr>
          <a:xfrm>
            <a:off x="5567385" y="5697615"/>
            <a:ext cx="2517036" cy="276999"/>
          </a:xfrm>
          <a:prstGeom prst="rect">
            <a:avLst/>
          </a:prstGeom>
          <a:noFill/>
        </p:spPr>
        <p:txBody>
          <a:bodyPr wrap="none" rtlCol="0">
            <a:spAutoFit/>
          </a:bodyPr>
          <a:lstStyle/>
          <a:p>
            <a:r>
              <a:rPr lang="en-IN" sz="1200">
                <a:latin typeface="Times New Roman" panose="02020603050405020304" pitchFamily="18" charset="0"/>
                <a:cs typeface="Times New Roman" panose="02020603050405020304" pitchFamily="18" charset="0"/>
              </a:rPr>
              <a:t>Fig.3 Zhang Bei HVDC grid in China</a:t>
            </a:r>
          </a:p>
        </p:txBody>
      </p:sp>
      <p:sp>
        <p:nvSpPr>
          <p:cNvPr id="6" name="Rectangle 5">
            <a:extLst>
              <a:ext uri="{FF2B5EF4-FFF2-40B4-BE49-F238E27FC236}">
                <a16:creationId xmlns:a16="http://schemas.microsoft.com/office/drawing/2014/main" id="{D0383341-DFA2-86F4-3E91-878589ABD4E8}"/>
              </a:ext>
            </a:extLst>
          </p:cNvPr>
          <p:cNvSpPr/>
          <p:nvPr/>
        </p:nvSpPr>
        <p:spPr>
          <a:xfrm>
            <a:off x="-1910" y="6356197"/>
            <a:ext cx="9145911" cy="482367"/>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a:solidFill>
                  <a:schemeClr val="tx1"/>
                </a:solidFill>
                <a:latin typeface="Times New Roman"/>
                <a:cs typeface="Times New Roman"/>
              </a:rPr>
              <a:t>End-Semester Evaluation</a:t>
            </a:r>
            <a:r>
              <a:rPr lang="en-US" sz="1400">
                <a:solidFill>
                  <a:schemeClr val="tx1"/>
                </a:solidFill>
                <a:latin typeface="Times New Roman"/>
                <a:cs typeface="Times New Roman"/>
              </a:rPr>
              <a:t>                                       </a:t>
            </a:r>
            <a:r>
              <a:rPr lang="en-US" sz="1600">
                <a:solidFill>
                  <a:schemeClr val="tx1"/>
                </a:solidFill>
                <a:latin typeface="Times New Roman"/>
                <a:cs typeface="Times New Roman"/>
              </a:rPr>
              <a:t>Maloth Karthikeya                                                           4          </a:t>
            </a:r>
          </a:p>
        </p:txBody>
      </p:sp>
    </p:spTree>
    <p:extLst>
      <p:ext uri="{BB962C8B-B14F-4D97-AF65-F5344CB8AC3E}">
        <p14:creationId xmlns:p14="http://schemas.microsoft.com/office/powerpoint/2010/main" val="4117450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927B0-4163-8812-8A23-14957539D5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6B9664-FF33-262E-93E1-636CD9C309DA}"/>
              </a:ext>
            </a:extLst>
          </p:cNvPr>
          <p:cNvSpPr>
            <a:spLocks noGrp="1"/>
          </p:cNvSpPr>
          <p:nvPr>
            <p:ph type="title"/>
          </p:nvPr>
        </p:nvSpPr>
        <p:spPr>
          <a:xfrm>
            <a:off x="116075" y="249249"/>
            <a:ext cx="5870813" cy="702302"/>
          </a:xfrm>
        </p:spPr>
        <p:txBody>
          <a:bodyPr>
            <a:normAutofit fontScale="90000"/>
          </a:bodyPr>
          <a:lstStyle/>
          <a:p>
            <a:r>
              <a:rPr lang="en-US" sz="3200" b="1">
                <a:latin typeface="Times New Roman" panose="02020603050405020304" pitchFamily="18" charset="0"/>
                <a:cs typeface="Times New Roman" panose="02020603050405020304" pitchFamily="18" charset="0"/>
              </a:rPr>
              <a:t>Problem Statement and Motivation</a:t>
            </a:r>
            <a:endParaRPr lang="en-US" sz="3000" b="1">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66F6F1EE-E670-03F0-44D2-F10345FD0B8D}"/>
              </a:ext>
            </a:extLst>
          </p:cNvPr>
          <p:cNvSpPr/>
          <p:nvPr/>
        </p:nvSpPr>
        <p:spPr>
          <a:xfrm>
            <a:off x="-1911" y="6292423"/>
            <a:ext cx="9145911" cy="63773"/>
          </a:xfrm>
          <a:prstGeom prst="rect">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96439E6C-B685-F93F-391E-C5472442E4BF}"/>
              </a:ext>
            </a:extLst>
          </p:cNvPr>
          <p:cNvSpPr/>
          <p:nvPr/>
        </p:nvSpPr>
        <p:spPr>
          <a:xfrm>
            <a:off x="0" y="1010414"/>
            <a:ext cx="9144000" cy="63773"/>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Rounded Rectangle 34">
            <a:extLst>
              <a:ext uri="{FF2B5EF4-FFF2-40B4-BE49-F238E27FC236}">
                <a16:creationId xmlns:a16="http://schemas.microsoft.com/office/drawing/2014/main" id="{33CC9C88-F658-7A52-FA0A-3AA98CC91E33}"/>
              </a:ext>
            </a:extLst>
          </p:cNvPr>
          <p:cNvSpPr/>
          <p:nvPr/>
        </p:nvSpPr>
        <p:spPr>
          <a:xfrm>
            <a:off x="116075" y="2224457"/>
            <a:ext cx="4072469" cy="2332932"/>
          </a:xfrm>
          <a:prstGeom prst="roundRect">
            <a:avLst/>
          </a:prstGeom>
          <a:solidFill>
            <a:schemeClr val="accent3">
              <a:lumMod val="60000"/>
              <a:lumOff val="40000"/>
            </a:schemeClr>
          </a:solidFill>
          <a:ln w="28575">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Picture 36" descr="A blue and white logo with text and a book&#10;&#10;Description automatically generated">
            <a:extLst>
              <a:ext uri="{FF2B5EF4-FFF2-40B4-BE49-F238E27FC236}">
                <a16:creationId xmlns:a16="http://schemas.microsoft.com/office/drawing/2014/main" id="{BB1D5BD0-E79F-BD0B-A1C8-B5C78A58C71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09679" y="-39893"/>
            <a:ext cx="1026255" cy="1118592"/>
          </a:xfrm>
          <a:prstGeom prst="rect">
            <a:avLst/>
          </a:prstGeom>
        </p:spPr>
      </p:pic>
      <p:sp>
        <p:nvSpPr>
          <p:cNvPr id="4" name="TextBox 3">
            <a:extLst>
              <a:ext uri="{FF2B5EF4-FFF2-40B4-BE49-F238E27FC236}">
                <a16:creationId xmlns:a16="http://schemas.microsoft.com/office/drawing/2014/main" id="{1250D7D5-B91A-8EF6-9D9F-A38545C9CE2C}"/>
              </a:ext>
            </a:extLst>
          </p:cNvPr>
          <p:cNvSpPr txBox="1"/>
          <p:nvPr/>
        </p:nvSpPr>
        <p:spPr>
          <a:xfrm>
            <a:off x="306176" y="2368276"/>
            <a:ext cx="3971527" cy="1846659"/>
          </a:xfrm>
          <a:prstGeom prst="rect">
            <a:avLst/>
          </a:prstGeom>
          <a:noFill/>
        </p:spPr>
        <p:txBody>
          <a:bodyPr wrap="square">
            <a:spAutoFit/>
          </a:bodyPr>
          <a:lstStyle/>
          <a:p>
            <a:r>
              <a:rPr lang="en-US">
                <a:latin typeface="Times New Roman" panose="02020603050405020304" pitchFamily="18" charset="0"/>
                <a:cs typeface="Times New Roman" panose="02020603050405020304" pitchFamily="18" charset="0"/>
              </a:rPr>
              <a:t> </a:t>
            </a:r>
            <a:r>
              <a:rPr lang="en-US" sz="1600">
                <a:latin typeface="Times New Roman" panose="02020603050405020304" pitchFamily="18" charset="0"/>
                <a:cs typeface="Times New Roman" panose="02020603050405020304" pitchFamily="18" charset="0"/>
              </a:rPr>
              <a:t>Goal:</a:t>
            </a:r>
          </a:p>
          <a:p>
            <a:pPr marL="285750" indent="-285750">
              <a:buFont typeface="Wingdings" panose="05000000000000000000" pitchFamily="2" charset="2"/>
              <a:buChar char="Ø"/>
            </a:pPr>
            <a:r>
              <a:rPr lang="en-US" sz="1600">
                <a:latin typeface="Times New Roman" panose="02020603050405020304" pitchFamily="18" charset="0"/>
                <a:cs typeface="Times New Roman" panose="02020603050405020304" pitchFamily="18" charset="0"/>
              </a:rPr>
              <a:t>Design HVDC systems with 2-level Voltage source converter(VSC) and Modular multi-level converter(MMC) with proper control architecture.</a:t>
            </a:r>
          </a:p>
          <a:p>
            <a:pPr marL="285750" indent="-285750">
              <a:buFont typeface="Wingdings" panose="05000000000000000000" pitchFamily="2" charset="2"/>
              <a:buChar char="Ø"/>
            </a:pPr>
            <a:r>
              <a:rPr lang="en-US" sz="1600">
                <a:latin typeface="Times New Roman" panose="02020603050405020304" pitchFamily="18" charset="0"/>
                <a:cs typeface="Times New Roman" panose="02020603050405020304" pitchFamily="18" charset="0"/>
              </a:rPr>
              <a:t>Simulation in PSCAD and MATLAB validation of the HVDC systems</a:t>
            </a:r>
            <a:r>
              <a:rPr lang="en-US" sz="1600"/>
              <a:t>.</a:t>
            </a:r>
            <a:endParaRPr lang="en-IN" sz="1600"/>
          </a:p>
        </p:txBody>
      </p:sp>
      <p:sp>
        <p:nvSpPr>
          <p:cNvPr id="8" name="Rounded Rectangle 34">
            <a:extLst>
              <a:ext uri="{FF2B5EF4-FFF2-40B4-BE49-F238E27FC236}">
                <a16:creationId xmlns:a16="http://schemas.microsoft.com/office/drawing/2014/main" id="{9B404698-322E-977D-28FE-F543E38D100B}"/>
              </a:ext>
            </a:extLst>
          </p:cNvPr>
          <p:cNvSpPr/>
          <p:nvPr/>
        </p:nvSpPr>
        <p:spPr>
          <a:xfrm>
            <a:off x="4657906" y="2224458"/>
            <a:ext cx="4148356" cy="2332933"/>
          </a:xfrm>
          <a:prstGeom prst="roundRect">
            <a:avLst/>
          </a:prstGeom>
          <a:solidFill>
            <a:schemeClr val="accent3">
              <a:lumMod val="60000"/>
              <a:lumOff val="40000"/>
            </a:schemeClr>
          </a:solidFill>
          <a:ln w="28575">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800A180-E392-484C-9B88-C0F7AF11F06F}"/>
              </a:ext>
            </a:extLst>
          </p:cNvPr>
          <p:cNvSpPr txBox="1"/>
          <p:nvPr/>
        </p:nvSpPr>
        <p:spPr>
          <a:xfrm>
            <a:off x="4861279" y="2442722"/>
            <a:ext cx="3944982" cy="1569660"/>
          </a:xfrm>
          <a:prstGeom prst="rect">
            <a:avLst/>
          </a:prstGeom>
          <a:noFill/>
        </p:spPr>
        <p:txBody>
          <a:bodyPr wrap="square" lIns="91440" tIns="45720" rIns="91440" bIns="45720" anchor="t">
            <a:spAutoFit/>
          </a:bodyPr>
          <a:lstStyle/>
          <a:p>
            <a:r>
              <a:rPr lang="en-US" sz="1600">
                <a:latin typeface="Times New Roman" panose="02020603050405020304" pitchFamily="18" charset="0"/>
                <a:cs typeface="Times New Roman" panose="02020603050405020304" pitchFamily="18" charset="0"/>
              </a:rPr>
              <a:t>Deliverables:</a:t>
            </a:r>
          </a:p>
          <a:p>
            <a:pPr marL="285750" indent="-285750">
              <a:buFont typeface="Wingdings" panose="05000000000000000000" pitchFamily="2" charset="2"/>
              <a:buChar char="Ø"/>
            </a:pPr>
            <a:r>
              <a:rPr lang="en-US" sz="1600">
                <a:latin typeface="Times New Roman"/>
                <a:cs typeface="Times New Roman"/>
              </a:rPr>
              <a:t>The project outcomes should make a contribution towards increasing the stability, efficiency, and flexibility of HVDC transmission networks in future sustainable power systems.</a:t>
            </a:r>
            <a:endParaRPr lang="en-IN" sz="1600">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3">
            <p14:nvContentPartPr>
              <p14:cNvPr id="14" name="Ink 13">
                <a:extLst>
                  <a:ext uri="{FF2B5EF4-FFF2-40B4-BE49-F238E27FC236}">
                    <a16:creationId xmlns:a16="http://schemas.microsoft.com/office/drawing/2014/main" id="{1B71982A-98D3-142C-3581-E78C34EDEB8A}"/>
                  </a:ext>
                </a:extLst>
              </p14:cNvPr>
              <p14:cNvContentPartPr/>
              <p14:nvPr/>
            </p14:nvContentPartPr>
            <p14:xfrm>
              <a:off x="2937836" y="3510004"/>
              <a:ext cx="12240" cy="360"/>
            </p14:xfrm>
          </p:contentPart>
        </mc:Choice>
        <mc:Fallback xmlns="">
          <p:pic>
            <p:nvPicPr>
              <p:cNvPr id="14" name="Ink 13">
                <a:extLst>
                  <a:ext uri="{FF2B5EF4-FFF2-40B4-BE49-F238E27FC236}">
                    <a16:creationId xmlns:a16="http://schemas.microsoft.com/office/drawing/2014/main" id="{1B71982A-98D3-142C-3581-E78C34EDEB8A}"/>
                  </a:ext>
                </a:extLst>
              </p:cNvPr>
              <p:cNvPicPr/>
              <p:nvPr/>
            </p:nvPicPr>
            <p:blipFill>
              <a:blip r:embed="rId4"/>
              <a:stretch>
                <a:fillRect/>
              </a:stretch>
            </p:blipFill>
            <p:spPr>
              <a:xfrm>
                <a:off x="2931716" y="3503884"/>
                <a:ext cx="2448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8" name="Ink 17">
                <a:extLst>
                  <a:ext uri="{FF2B5EF4-FFF2-40B4-BE49-F238E27FC236}">
                    <a16:creationId xmlns:a16="http://schemas.microsoft.com/office/drawing/2014/main" id="{C5680E79-0C78-7609-A07A-DFE85297EC0E}"/>
                  </a:ext>
                </a:extLst>
              </p14:cNvPr>
              <p14:cNvContentPartPr/>
              <p14:nvPr/>
            </p14:nvContentPartPr>
            <p14:xfrm>
              <a:off x="-1642084" y="531004"/>
              <a:ext cx="360" cy="360"/>
            </p14:xfrm>
          </p:contentPart>
        </mc:Choice>
        <mc:Fallback xmlns="">
          <p:pic>
            <p:nvPicPr>
              <p:cNvPr id="18" name="Ink 17">
                <a:extLst>
                  <a:ext uri="{FF2B5EF4-FFF2-40B4-BE49-F238E27FC236}">
                    <a16:creationId xmlns:a16="http://schemas.microsoft.com/office/drawing/2014/main" id="{C5680E79-0C78-7609-A07A-DFE85297EC0E}"/>
                  </a:ext>
                </a:extLst>
              </p:cNvPr>
              <p:cNvPicPr/>
              <p:nvPr/>
            </p:nvPicPr>
            <p:blipFill>
              <a:blip r:embed="rId6"/>
              <a:stretch>
                <a:fillRect/>
              </a:stretch>
            </p:blipFill>
            <p:spPr>
              <a:xfrm>
                <a:off x="-1648204" y="524884"/>
                <a:ext cx="12600" cy="12600"/>
              </a:xfrm>
              <a:prstGeom prst="rect">
                <a:avLst/>
              </a:prstGeom>
            </p:spPr>
          </p:pic>
        </mc:Fallback>
      </mc:AlternateContent>
      <p:sp>
        <p:nvSpPr>
          <p:cNvPr id="5" name="Rectangle 4">
            <a:extLst>
              <a:ext uri="{FF2B5EF4-FFF2-40B4-BE49-F238E27FC236}">
                <a16:creationId xmlns:a16="http://schemas.microsoft.com/office/drawing/2014/main" id="{54B58B48-F6DA-90A6-9934-940BEB4265C7}"/>
              </a:ext>
            </a:extLst>
          </p:cNvPr>
          <p:cNvSpPr/>
          <p:nvPr/>
        </p:nvSpPr>
        <p:spPr>
          <a:xfrm>
            <a:off x="-1910" y="6356197"/>
            <a:ext cx="9145911" cy="482367"/>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a:solidFill>
                  <a:schemeClr val="tx1"/>
                </a:solidFill>
                <a:latin typeface="Times New Roman"/>
                <a:cs typeface="Times New Roman"/>
              </a:rPr>
              <a:t>End-Semester Evaluation</a:t>
            </a:r>
            <a:r>
              <a:rPr lang="en-US" sz="1400">
                <a:solidFill>
                  <a:schemeClr val="tx1"/>
                </a:solidFill>
                <a:latin typeface="Times New Roman"/>
                <a:cs typeface="Times New Roman"/>
              </a:rPr>
              <a:t>                                       </a:t>
            </a:r>
            <a:r>
              <a:rPr lang="en-US" sz="1600">
                <a:solidFill>
                  <a:schemeClr val="tx1"/>
                </a:solidFill>
                <a:latin typeface="Times New Roman"/>
                <a:cs typeface="Times New Roman"/>
              </a:rPr>
              <a:t>Maloth Karthikeya                                                           5          </a:t>
            </a:r>
          </a:p>
        </p:txBody>
      </p:sp>
    </p:spTree>
    <p:extLst>
      <p:ext uri="{BB962C8B-B14F-4D97-AF65-F5344CB8AC3E}">
        <p14:creationId xmlns:p14="http://schemas.microsoft.com/office/powerpoint/2010/main" val="769004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B8D42-D98D-A9F1-C38F-719FAE968B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82DE87-3F91-F844-5305-C1E88F7F6A0E}"/>
              </a:ext>
            </a:extLst>
          </p:cNvPr>
          <p:cNvSpPr>
            <a:spLocks noGrp="1"/>
          </p:cNvSpPr>
          <p:nvPr>
            <p:ph type="title"/>
          </p:nvPr>
        </p:nvSpPr>
        <p:spPr>
          <a:xfrm>
            <a:off x="390342" y="162840"/>
            <a:ext cx="4801769" cy="702302"/>
          </a:xfrm>
        </p:spPr>
        <p:txBody>
          <a:bodyPr>
            <a:normAutofit/>
          </a:bodyPr>
          <a:lstStyle/>
          <a:p>
            <a:r>
              <a:rPr lang="en-US" sz="3200" b="1">
                <a:latin typeface="Times New Roman" panose="02020603050405020304" pitchFamily="18" charset="0"/>
                <a:cs typeface="Times New Roman" panose="02020603050405020304" pitchFamily="18" charset="0"/>
              </a:rPr>
              <a:t>Methodology</a:t>
            </a:r>
            <a:endParaRPr lang="en-US" sz="3000" b="1">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7BAF262-5EB0-2966-2D83-2DB1D4DDF228}"/>
              </a:ext>
            </a:extLst>
          </p:cNvPr>
          <p:cNvSpPr>
            <a:spLocks noGrp="1"/>
          </p:cNvSpPr>
          <p:nvPr>
            <p:ph idx="1"/>
          </p:nvPr>
        </p:nvSpPr>
        <p:spPr>
          <a:xfrm>
            <a:off x="166252" y="1143261"/>
            <a:ext cx="8725500" cy="658580"/>
          </a:xfrm>
        </p:spPr>
        <p:txBody>
          <a:bodyPr vert="horz" lIns="0" tIns="45720" rIns="0" bIns="45720" rtlCol="0" anchor="t">
            <a:noAutofit/>
          </a:bodyPr>
          <a:lstStyle/>
          <a:p>
            <a:pPr>
              <a:lnSpc>
                <a:spcPct val="100000"/>
              </a:lnSpc>
              <a:buFont typeface="Wingdings" panose="05000000000000000000" pitchFamily="2" charset="2"/>
              <a:buChar char="Ø"/>
            </a:pPr>
            <a:r>
              <a:rPr lang="en-US" sz="1400">
                <a:latin typeface="Times New Roman"/>
                <a:cs typeface="Times New Roman"/>
              </a:rPr>
              <a:t>Design of HVDC system, </a:t>
            </a:r>
            <a:r>
              <a:rPr lang="en-US" sz="1400" b="1">
                <a:solidFill>
                  <a:schemeClr val="accent2"/>
                </a:solidFill>
                <a:latin typeface="Times New Roman"/>
                <a:cs typeface="Times New Roman"/>
              </a:rPr>
              <a:t>Grid connected converter </a:t>
            </a:r>
            <a:r>
              <a:rPr lang="en-US" sz="1400">
                <a:latin typeface="Times New Roman"/>
                <a:cs typeface="Times New Roman"/>
              </a:rPr>
              <a:t>which include </a:t>
            </a:r>
            <a:r>
              <a:rPr lang="en-US" sz="1400">
                <a:solidFill>
                  <a:schemeClr val="accent2"/>
                </a:solidFill>
                <a:latin typeface="Times New Roman"/>
                <a:cs typeface="Times New Roman"/>
              </a:rPr>
              <a:t>2-Level converter</a:t>
            </a:r>
            <a:r>
              <a:rPr lang="en-US" sz="1400">
                <a:latin typeface="Times New Roman"/>
                <a:cs typeface="Times New Roman"/>
              </a:rPr>
              <a:t>(Fig4). </a:t>
            </a:r>
          </a:p>
        </p:txBody>
      </p:sp>
      <p:sp>
        <p:nvSpPr>
          <p:cNvPr id="7" name="Rectangle 6">
            <a:extLst>
              <a:ext uri="{FF2B5EF4-FFF2-40B4-BE49-F238E27FC236}">
                <a16:creationId xmlns:a16="http://schemas.microsoft.com/office/drawing/2014/main" id="{B92AF7ED-1190-128D-B4AB-58A9639FFB48}"/>
              </a:ext>
            </a:extLst>
          </p:cNvPr>
          <p:cNvSpPr/>
          <p:nvPr/>
        </p:nvSpPr>
        <p:spPr>
          <a:xfrm>
            <a:off x="-1911" y="6292423"/>
            <a:ext cx="9145911" cy="63773"/>
          </a:xfrm>
          <a:prstGeom prst="rect">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2E7C3B58-3ECE-C36F-6E6D-3A2832066AB6}"/>
              </a:ext>
            </a:extLst>
          </p:cNvPr>
          <p:cNvSpPr/>
          <p:nvPr/>
        </p:nvSpPr>
        <p:spPr>
          <a:xfrm>
            <a:off x="0" y="1010414"/>
            <a:ext cx="9144000" cy="63773"/>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descr="A blue and white logo with text and a book&#10;&#10;Description automatically generated">
            <a:extLst>
              <a:ext uri="{FF2B5EF4-FFF2-40B4-BE49-F238E27FC236}">
                <a16:creationId xmlns:a16="http://schemas.microsoft.com/office/drawing/2014/main" id="{FFDD3A04-F247-2101-5DA2-C58B9086F0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85890" y="-24748"/>
            <a:ext cx="988534" cy="1077477"/>
          </a:xfrm>
          <a:prstGeom prst="rect">
            <a:avLst/>
          </a:prstGeom>
        </p:spPr>
      </p:pic>
      <p:pic>
        <p:nvPicPr>
          <p:cNvPr id="22" name="Picture 21">
            <a:extLst>
              <a:ext uri="{FF2B5EF4-FFF2-40B4-BE49-F238E27FC236}">
                <a16:creationId xmlns:a16="http://schemas.microsoft.com/office/drawing/2014/main" id="{323398A1-1D34-FE50-380C-89302FF7DA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6254" y="1685207"/>
            <a:ext cx="3815813" cy="848274"/>
          </a:xfrm>
          <a:prstGeom prst="rect">
            <a:avLst/>
          </a:prstGeom>
        </p:spPr>
      </p:pic>
      <p:sp>
        <p:nvSpPr>
          <p:cNvPr id="6" name="TextBox 5">
            <a:extLst>
              <a:ext uri="{FF2B5EF4-FFF2-40B4-BE49-F238E27FC236}">
                <a16:creationId xmlns:a16="http://schemas.microsoft.com/office/drawing/2014/main" id="{810F7FD4-BC8F-5A14-1F90-BBAB60275D59}"/>
              </a:ext>
            </a:extLst>
          </p:cNvPr>
          <p:cNvSpPr txBox="1"/>
          <p:nvPr/>
        </p:nvSpPr>
        <p:spPr>
          <a:xfrm>
            <a:off x="166252" y="4101169"/>
            <a:ext cx="9073174" cy="1600438"/>
          </a:xfrm>
          <a:prstGeom prst="rect">
            <a:avLst/>
          </a:prstGeom>
          <a:noFill/>
        </p:spPr>
        <p:txBody>
          <a:bodyPr wrap="square">
            <a:spAutoFit/>
          </a:bodyPr>
          <a:lstStyle/>
          <a:p>
            <a:pPr marL="285750" indent="-285750">
              <a:buFont typeface="Wingdings" panose="05000000000000000000" pitchFamily="2" charset="2"/>
              <a:buChar char="Ø"/>
            </a:pPr>
            <a:r>
              <a:rPr lang="en-US" sz="1400" b="1">
                <a:latin typeface="Times New Roman" panose="02020603050405020304" pitchFamily="18" charset="0"/>
                <a:cs typeface="Times New Roman" panose="02020603050405020304" pitchFamily="18" charset="0"/>
              </a:rPr>
              <a:t>Converter Modelling</a:t>
            </a:r>
          </a:p>
          <a:p>
            <a:pPr marL="742950" lvl="1" indent="-285750">
              <a:buFont typeface="Wingdings" panose="05000000000000000000" pitchFamily="2" charset="2"/>
              <a:buChar char="§"/>
            </a:pPr>
            <a:r>
              <a:rPr lang="en-US" sz="1400">
                <a:latin typeface="Times New Roman" panose="02020603050405020304" pitchFamily="18" charset="0"/>
                <a:cs typeface="Times New Roman" panose="02020603050405020304" pitchFamily="18" charset="0"/>
              </a:rPr>
              <a:t>Fig. 2 shows details of VSC control at which is connected to a grid through filters and transformer along with its control. </a:t>
            </a:r>
          </a:p>
          <a:p>
            <a:pPr marL="742950" lvl="1" indent="-285750">
              <a:buFont typeface="Wingdings" panose="05000000000000000000" pitchFamily="2" charset="2"/>
              <a:buChar char="§"/>
            </a:pPr>
            <a:r>
              <a:rPr lang="en-US" sz="1400">
                <a:latin typeface="Times New Roman" panose="02020603050405020304" pitchFamily="18" charset="0"/>
                <a:cs typeface="Times New Roman" panose="02020603050405020304" pitchFamily="18" charset="0"/>
              </a:rPr>
              <a:t>A PLL(Phase-Locked loop) is used to estimate frequency of the grid which is also used for decoupling control design. The reference and measured values are given to the controller to control power.</a:t>
            </a:r>
          </a:p>
          <a:p>
            <a:pPr marL="742950" lvl="1" indent="-285750">
              <a:buFont typeface="Wingdings" panose="05000000000000000000" pitchFamily="2" charset="2"/>
              <a:buChar char="§"/>
            </a:pPr>
            <a:r>
              <a:rPr lang="en-US" sz="1400">
                <a:latin typeface="Times New Roman" panose="02020603050405020304" pitchFamily="18" charset="0"/>
                <a:cs typeface="Times New Roman" panose="02020603050405020304" pitchFamily="18" charset="0"/>
              </a:rPr>
              <a:t> The modulating signal in dq frame mdq is generated using current control. The mdq is converted into mabc using inverse Park transform and is given to the VSC.</a:t>
            </a:r>
            <a:endParaRPr lang="en-IN" sz="140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A034456B-4EC9-7569-7B0C-525068E390D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89733" y="1472551"/>
            <a:ext cx="4294355" cy="2323690"/>
          </a:xfrm>
          <a:prstGeom prst="rect">
            <a:avLst/>
          </a:prstGeom>
        </p:spPr>
      </p:pic>
      <p:sp>
        <p:nvSpPr>
          <p:cNvPr id="8" name="TextBox 7">
            <a:extLst>
              <a:ext uri="{FF2B5EF4-FFF2-40B4-BE49-F238E27FC236}">
                <a16:creationId xmlns:a16="http://schemas.microsoft.com/office/drawing/2014/main" id="{FA907D70-B719-1FBA-EAAB-21E2C221DA2D}"/>
              </a:ext>
            </a:extLst>
          </p:cNvPr>
          <p:cNvSpPr txBox="1"/>
          <p:nvPr/>
        </p:nvSpPr>
        <p:spPr>
          <a:xfrm>
            <a:off x="432095" y="2584803"/>
            <a:ext cx="3815812" cy="307777"/>
          </a:xfrm>
          <a:prstGeom prst="rect">
            <a:avLst/>
          </a:prstGeom>
          <a:noFill/>
        </p:spPr>
        <p:txBody>
          <a:bodyPr wrap="square">
            <a:spAutoFit/>
          </a:bodyPr>
          <a:lstStyle/>
          <a:p>
            <a:r>
              <a:rPr lang="en-US" sz="1400">
                <a:latin typeface="Times New Roman" panose="02020603050405020304" pitchFamily="18" charset="0"/>
                <a:cs typeface="Times New Roman" panose="02020603050405020304" pitchFamily="18" charset="0"/>
              </a:rPr>
              <a:t>Fig.4  Grid connected converter(HVDC system) </a:t>
            </a:r>
            <a:endParaRPr lang="en-IN" sz="140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A3B61715-C07F-A028-4604-895CD1EFF338}"/>
              </a:ext>
            </a:extLst>
          </p:cNvPr>
          <p:cNvSpPr txBox="1"/>
          <p:nvPr/>
        </p:nvSpPr>
        <p:spPr>
          <a:xfrm>
            <a:off x="4933536" y="3810649"/>
            <a:ext cx="4002084" cy="307777"/>
          </a:xfrm>
          <a:prstGeom prst="rect">
            <a:avLst/>
          </a:prstGeom>
          <a:noFill/>
        </p:spPr>
        <p:txBody>
          <a:bodyPr wrap="square">
            <a:spAutoFit/>
          </a:bodyPr>
          <a:lstStyle/>
          <a:p>
            <a:r>
              <a:rPr lang="en-US" sz="1400">
                <a:latin typeface="Times New Roman" panose="02020603050405020304" pitchFamily="18" charset="0"/>
                <a:cs typeface="Times New Roman" panose="02020603050405020304" pitchFamily="18" charset="0"/>
              </a:rPr>
              <a:t>Fig.5 Total Control scheme of VSC </a:t>
            </a:r>
            <a:endParaRPr lang="en-IN" sz="140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B2DE0AF9-B6E4-446C-660E-391ADA875F21}"/>
              </a:ext>
            </a:extLst>
          </p:cNvPr>
          <p:cNvSpPr/>
          <p:nvPr/>
        </p:nvSpPr>
        <p:spPr>
          <a:xfrm>
            <a:off x="-1910" y="6356197"/>
            <a:ext cx="9145911" cy="482367"/>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a:solidFill>
                  <a:schemeClr val="tx1"/>
                </a:solidFill>
                <a:latin typeface="Times New Roman"/>
                <a:cs typeface="Times New Roman"/>
              </a:rPr>
              <a:t>End-Semester Evaluation</a:t>
            </a:r>
            <a:r>
              <a:rPr lang="en-US" sz="1400">
                <a:solidFill>
                  <a:schemeClr val="tx1"/>
                </a:solidFill>
                <a:latin typeface="Times New Roman"/>
                <a:cs typeface="Times New Roman"/>
              </a:rPr>
              <a:t>                                       </a:t>
            </a:r>
            <a:r>
              <a:rPr lang="en-US" sz="1600">
                <a:solidFill>
                  <a:schemeClr val="tx1"/>
                </a:solidFill>
                <a:latin typeface="Times New Roman"/>
                <a:cs typeface="Times New Roman"/>
              </a:rPr>
              <a:t>Maloth Karthikeya                                                           6          </a:t>
            </a:r>
          </a:p>
        </p:txBody>
      </p:sp>
    </p:spTree>
    <p:extLst>
      <p:ext uri="{BB962C8B-B14F-4D97-AF65-F5344CB8AC3E}">
        <p14:creationId xmlns:p14="http://schemas.microsoft.com/office/powerpoint/2010/main" val="1887193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3A8AF-01C0-DA0C-34CA-28796E3809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83A266-264B-F34C-5780-58E12271C46C}"/>
              </a:ext>
            </a:extLst>
          </p:cNvPr>
          <p:cNvSpPr>
            <a:spLocks noGrp="1"/>
          </p:cNvSpPr>
          <p:nvPr>
            <p:ph type="title"/>
          </p:nvPr>
        </p:nvSpPr>
        <p:spPr>
          <a:xfrm>
            <a:off x="390342" y="162840"/>
            <a:ext cx="4801769" cy="702302"/>
          </a:xfrm>
        </p:spPr>
        <p:txBody>
          <a:bodyPr>
            <a:normAutofit/>
          </a:bodyPr>
          <a:lstStyle/>
          <a:p>
            <a:r>
              <a:rPr lang="en-US" sz="3200" b="1">
                <a:latin typeface="Times New Roman" panose="02020603050405020304" pitchFamily="18" charset="0"/>
                <a:cs typeface="Times New Roman" panose="02020603050405020304" pitchFamily="18" charset="0"/>
              </a:rPr>
              <a:t>Methodology</a:t>
            </a:r>
            <a:endParaRPr lang="en-US" sz="3000" b="1">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DFCC5509-0C69-9BEC-09F8-1DC76510F3EE}"/>
              </a:ext>
            </a:extLst>
          </p:cNvPr>
          <p:cNvSpPr/>
          <p:nvPr/>
        </p:nvSpPr>
        <p:spPr>
          <a:xfrm>
            <a:off x="-1911" y="6292423"/>
            <a:ext cx="9145911" cy="63773"/>
          </a:xfrm>
          <a:prstGeom prst="rect">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F1CE1B5E-648F-95B6-5F10-B661A9C7A4A1}"/>
              </a:ext>
            </a:extLst>
          </p:cNvPr>
          <p:cNvSpPr/>
          <p:nvPr/>
        </p:nvSpPr>
        <p:spPr>
          <a:xfrm>
            <a:off x="0" y="1010414"/>
            <a:ext cx="9144000" cy="63773"/>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descr="A blue and white logo with text and a book&#10;&#10;Description automatically generated">
            <a:extLst>
              <a:ext uri="{FF2B5EF4-FFF2-40B4-BE49-F238E27FC236}">
                <a16:creationId xmlns:a16="http://schemas.microsoft.com/office/drawing/2014/main" id="{C0E4AFB0-5908-5A66-34B0-8205356941F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85890" y="-24748"/>
            <a:ext cx="988534" cy="1077477"/>
          </a:xfrm>
          <a:prstGeom prst="rect">
            <a:avLst/>
          </a:prstGeom>
        </p:spPr>
      </p:pic>
      <p:sp>
        <p:nvSpPr>
          <p:cNvPr id="13" name="TextBox 12">
            <a:extLst>
              <a:ext uri="{FF2B5EF4-FFF2-40B4-BE49-F238E27FC236}">
                <a16:creationId xmlns:a16="http://schemas.microsoft.com/office/drawing/2014/main" id="{E59217C9-D60D-3771-AA02-E3B0946ECED6}"/>
              </a:ext>
            </a:extLst>
          </p:cNvPr>
          <p:cNvSpPr txBox="1"/>
          <p:nvPr/>
        </p:nvSpPr>
        <p:spPr>
          <a:xfrm>
            <a:off x="2791226" y="2982917"/>
            <a:ext cx="4586748" cy="307777"/>
          </a:xfrm>
          <a:prstGeom prst="rect">
            <a:avLst/>
          </a:prstGeom>
          <a:noFill/>
        </p:spPr>
        <p:txBody>
          <a:bodyPr wrap="square">
            <a:spAutoFit/>
          </a:bodyPr>
          <a:lstStyle/>
          <a:p>
            <a:r>
              <a:rPr lang="en-US" sz="1400">
                <a:latin typeface="Times New Roman" panose="02020603050405020304" pitchFamily="18" charset="0"/>
                <a:cs typeface="Times New Roman" panose="02020603050405020304" pitchFamily="18" charset="0"/>
              </a:rPr>
              <a:t>Fig.6  Phase Locked loop</a:t>
            </a:r>
            <a:endParaRPr lang="en-IN" sz="1400"/>
          </a:p>
        </p:txBody>
      </p:sp>
      <p:pic>
        <p:nvPicPr>
          <p:cNvPr id="3" name="Picture 2">
            <a:extLst>
              <a:ext uri="{FF2B5EF4-FFF2-40B4-BE49-F238E27FC236}">
                <a16:creationId xmlns:a16="http://schemas.microsoft.com/office/drawing/2014/main" id="{1D5FA3B7-DADB-22EF-4050-2DC3ED5D9F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4929" y="3707051"/>
            <a:ext cx="3974301" cy="1843066"/>
          </a:xfrm>
          <a:prstGeom prst="rect">
            <a:avLst/>
          </a:prstGeom>
        </p:spPr>
      </p:pic>
      <p:pic>
        <p:nvPicPr>
          <p:cNvPr id="5" name="Picture 4">
            <a:extLst>
              <a:ext uri="{FF2B5EF4-FFF2-40B4-BE49-F238E27FC236}">
                <a16:creationId xmlns:a16="http://schemas.microsoft.com/office/drawing/2014/main" id="{0524071C-0860-2CA1-51DA-C5287A4FBF3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71044" y="3555461"/>
            <a:ext cx="4048027" cy="1809947"/>
          </a:xfrm>
          <a:prstGeom prst="rect">
            <a:avLst/>
          </a:prstGeom>
        </p:spPr>
      </p:pic>
      <p:sp>
        <p:nvSpPr>
          <p:cNvPr id="8" name="TextBox 7">
            <a:extLst>
              <a:ext uri="{FF2B5EF4-FFF2-40B4-BE49-F238E27FC236}">
                <a16:creationId xmlns:a16="http://schemas.microsoft.com/office/drawing/2014/main" id="{BCEEB699-2A83-E303-7090-F4D689B61272}"/>
              </a:ext>
            </a:extLst>
          </p:cNvPr>
          <p:cNvSpPr txBox="1"/>
          <p:nvPr/>
        </p:nvSpPr>
        <p:spPr>
          <a:xfrm>
            <a:off x="1457004" y="5157771"/>
            <a:ext cx="4586748" cy="307777"/>
          </a:xfrm>
          <a:prstGeom prst="rect">
            <a:avLst/>
          </a:prstGeom>
          <a:noFill/>
        </p:spPr>
        <p:txBody>
          <a:bodyPr wrap="square">
            <a:spAutoFit/>
          </a:bodyPr>
          <a:lstStyle/>
          <a:p>
            <a:r>
              <a:rPr lang="en-US" sz="1400">
                <a:latin typeface="Times New Roman" panose="02020603050405020304" pitchFamily="18" charset="0"/>
                <a:cs typeface="Times New Roman" panose="02020603050405020304" pitchFamily="18" charset="0"/>
              </a:rPr>
              <a:t>Fig.7  Active power control</a:t>
            </a:r>
            <a:endParaRPr lang="en-IN" sz="1400"/>
          </a:p>
        </p:txBody>
      </p:sp>
      <p:sp>
        <p:nvSpPr>
          <p:cNvPr id="12" name="TextBox 11">
            <a:extLst>
              <a:ext uri="{FF2B5EF4-FFF2-40B4-BE49-F238E27FC236}">
                <a16:creationId xmlns:a16="http://schemas.microsoft.com/office/drawing/2014/main" id="{FF6C80ED-4EE2-0D2A-756D-016D59ED11B3}"/>
              </a:ext>
            </a:extLst>
          </p:cNvPr>
          <p:cNvSpPr txBox="1"/>
          <p:nvPr/>
        </p:nvSpPr>
        <p:spPr>
          <a:xfrm>
            <a:off x="5692516" y="5126690"/>
            <a:ext cx="4586748" cy="307777"/>
          </a:xfrm>
          <a:prstGeom prst="rect">
            <a:avLst/>
          </a:prstGeom>
          <a:noFill/>
        </p:spPr>
        <p:txBody>
          <a:bodyPr wrap="square">
            <a:spAutoFit/>
          </a:bodyPr>
          <a:lstStyle/>
          <a:p>
            <a:r>
              <a:rPr lang="en-US" sz="1400">
                <a:latin typeface="Times New Roman" panose="02020603050405020304" pitchFamily="18" charset="0"/>
                <a:cs typeface="Times New Roman" panose="02020603050405020304" pitchFamily="18" charset="0"/>
              </a:rPr>
              <a:t>Fig.8  Reactive power control</a:t>
            </a:r>
            <a:endParaRPr lang="en-IN" sz="1400"/>
          </a:p>
        </p:txBody>
      </p:sp>
      <p:sp>
        <p:nvSpPr>
          <p:cNvPr id="15" name="TextBox 14">
            <a:extLst>
              <a:ext uri="{FF2B5EF4-FFF2-40B4-BE49-F238E27FC236}">
                <a16:creationId xmlns:a16="http://schemas.microsoft.com/office/drawing/2014/main" id="{470DCE68-7567-6F19-8DEB-35214FD11822}"/>
              </a:ext>
            </a:extLst>
          </p:cNvPr>
          <p:cNvSpPr txBox="1"/>
          <p:nvPr/>
        </p:nvSpPr>
        <p:spPr>
          <a:xfrm>
            <a:off x="-66779" y="5725097"/>
            <a:ext cx="8287912" cy="307777"/>
          </a:xfrm>
          <a:prstGeom prst="rect">
            <a:avLst/>
          </a:prstGeom>
          <a:noFill/>
        </p:spPr>
        <p:txBody>
          <a:bodyPr wrap="square">
            <a:spAutoFit/>
          </a:bodyPr>
          <a:lstStyle/>
          <a:p>
            <a:pPr marL="742950" lvl="1" indent="-285750">
              <a:buFont typeface="Wingdings" panose="05000000000000000000" pitchFamily="2" charset="2"/>
              <a:buChar char="§"/>
            </a:pPr>
            <a:r>
              <a:rPr lang="en-IN" sz="1400">
                <a:latin typeface="Times New Roman" panose="02020603050405020304" pitchFamily="18" charset="0"/>
                <a:cs typeface="Times New Roman" panose="02020603050405020304" pitchFamily="18" charset="0"/>
              </a:rPr>
              <a:t>The controller output provides the </a:t>
            </a:r>
            <a:r>
              <a:rPr lang="en-IN" sz="1400">
                <a:solidFill>
                  <a:schemeClr val="accent2"/>
                </a:solidFill>
                <a:latin typeface="Times New Roman" panose="02020603050405020304" pitchFamily="18" charset="0"/>
                <a:cs typeface="Times New Roman" panose="02020603050405020304" pitchFamily="18" charset="0"/>
              </a:rPr>
              <a:t>reference currents (idref, iqref) </a:t>
            </a:r>
            <a:r>
              <a:rPr lang="en-IN" sz="1400">
                <a:latin typeface="Times New Roman" panose="02020603050405020304" pitchFamily="18" charset="0"/>
                <a:cs typeface="Times New Roman" panose="02020603050405020304" pitchFamily="18" charset="0"/>
              </a:rPr>
              <a:t>for the inner control loop.</a:t>
            </a:r>
            <a:endParaRPr lang="en-US" sz="140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D9A7C4FD-DE14-E453-9F8C-9482A5DB7E9D}"/>
              </a:ext>
            </a:extLst>
          </p:cNvPr>
          <p:cNvSpPr txBox="1"/>
          <p:nvPr/>
        </p:nvSpPr>
        <p:spPr>
          <a:xfrm>
            <a:off x="253142" y="3224295"/>
            <a:ext cx="8284662" cy="307777"/>
          </a:xfrm>
          <a:prstGeom prst="rect">
            <a:avLst/>
          </a:prstGeom>
          <a:noFill/>
        </p:spPr>
        <p:txBody>
          <a:bodyPr wrap="square" rtlCol="0">
            <a:spAutoFit/>
          </a:bodyPr>
          <a:lstStyle/>
          <a:p>
            <a:pPr marL="285750" indent="-285750">
              <a:buFont typeface="Wingdings" panose="05000000000000000000" pitchFamily="2" charset="2"/>
              <a:buChar char="Ø"/>
            </a:pPr>
            <a:r>
              <a:rPr lang="en-US" sz="1400" b="1">
                <a:latin typeface="Times New Roman" panose="02020603050405020304" pitchFamily="18" charset="0"/>
                <a:cs typeface="Times New Roman" panose="02020603050405020304" pitchFamily="18" charset="0"/>
              </a:rPr>
              <a:t>Outer control loop </a:t>
            </a:r>
            <a:endParaRPr lang="en-US" sz="140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B4D84FE5-FFB3-A8B2-87BB-128079ADBD7B}"/>
              </a:ext>
            </a:extLst>
          </p:cNvPr>
          <p:cNvSpPr txBox="1"/>
          <p:nvPr/>
        </p:nvSpPr>
        <p:spPr>
          <a:xfrm>
            <a:off x="253142" y="1105268"/>
            <a:ext cx="8284662" cy="307777"/>
          </a:xfrm>
          <a:prstGeom prst="rect">
            <a:avLst/>
          </a:prstGeom>
          <a:noFill/>
        </p:spPr>
        <p:txBody>
          <a:bodyPr wrap="square" rtlCol="0">
            <a:spAutoFit/>
          </a:bodyPr>
          <a:lstStyle/>
          <a:p>
            <a:pPr marL="285750" indent="-285750">
              <a:buFont typeface="Wingdings" panose="05000000000000000000" pitchFamily="2" charset="2"/>
              <a:buChar char="Ø"/>
            </a:pPr>
            <a:r>
              <a:rPr lang="en-US" sz="1400" b="1">
                <a:latin typeface="Times New Roman" panose="02020603050405020304" pitchFamily="18" charset="0"/>
                <a:cs typeface="Times New Roman" panose="02020603050405020304" pitchFamily="18" charset="0"/>
              </a:rPr>
              <a:t>Phase-Locked loop </a:t>
            </a:r>
            <a:endParaRPr lang="en-US" sz="1400">
              <a:latin typeface="Times New Roman" panose="020206030504050203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EF22F9D4-42B6-B2C7-CC78-6699CA7A9E3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57004" y="1364818"/>
            <a:ext cx="5507357" cy="1630946"/>
          </a:xfrm>
          <a:prstGeom prst="rect">
            <a:avLst/>
          </a:prstGeom>
        </p:spPr>
      </p:pic>
      <p:sp>
        <p:nvSpPr>
          <p:cNvPr id="20" name="Rectangle 19">
            <a:extLst>
              <a:ext uri="{FF2B5EF4-FFF2-40B4-BE49-F238E27FC236}">
                <a16:creationId xmlns:a16="http://schemas.microsoft.com/office/drawing/2014/main" id="{19801D4C-40F5-E062-C257-29DCEC7645F8}"/>
              </a:ext>
            </a:extLst>
          </p:cNvPr>
          <p:cNvSpPr/>
          <p:nvPr/>
        </p:nvSpPr>
        <p:spPr>
          <a:xfrm>
            <a:off x="-1910" y="6356197"/>
            <a:ext cx="9145911" cy="482367"/>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a:solidFill>
                  <a:schemeClr val="tx1"/>
                </a:solidFill>
                <a:latin typeface="Times New Roman"/>
                <a:cs typeface="Times New Roman"/>
              </a:rPr>
              <a:t>End-Semester Evaluation</a:t>
            </a:r>
            <a:r>
              <a:rPr lang="en-US" sz="1400">
                <a:solidFill>
                  <a:schemeClr val="tx1"/>
                </a:solidFill>
                <a:latin typeface="Times New Roman"/>
                <a:cs typeface="Times New Roman"/>
              </a:rPr>
              <a:t>                                       </a:t>
            </a:r>
            <a:r>
              <a:rPr lang="en-US" sz="1600">
                <a:solidFill>
                  <a:schemeClr val="tx1"/>
                </a:solidFill>
                <a:latin typeface="Times New Roman"/>
                <a:cs typeface="Times New Roman"/>
              </a:rPr>
              <a:t>Maloth Karthikeya                                                          7          </a:t>
            </a:r>
          </a:p>
        </p:txBody>
      </p:sp>
    </p:spTree>
    <p:extLst>
      <p:ext uri="{BB962C8B-B14F-4D97-AF65-F5344CB8AC3E}">
        <p14:creationId xmlns:p14="http://schemas.microsoft.com/office/powerpoint/2010/main" val="3968558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15"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EC483-769C-5B49-5CFC-485489E4F286}"/>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67EA871D-8E32-FF01-C0A0-BC21DB5C6785}"/>
              </a:ext>
            </a:extLst>
          </p:cNvPr>
          <p:cNvSpPr/>
          <p:nvPr/>
        </p:nvSpPr>
        <p:spPr>
          <a:xfrm>
            <a:off x="-1911" y="6273249"/>
            <a:ext cx="9145911" cy="63773"/>
          </a:xfrm>
          <a:prstGeom prst="rect">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03D46FE2-D081-C4F0-B357-9E18C904A7AE}"/>
              </a:ext>
            </a:extLst>
          </p:cNvPr>
          <p:cNvSpPr/>
          <p:nvPr/>
        </p:nvSpPr>
        <p:spPr>
          <a:xfrm>
            <a:off x="0" y="1010414"/>
            <a:ext cx="9144000" cy="63773"/>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 name="Picture 19" descr="A blue and white logo with text and a book&#10;&#10;Description automatically generated">
            <a:extLst>
              <a:ext uri="{FF2B5EF4-FFF2-40B4-BE49-F238E27FC236}">
                <a16:creationId xmlns:a16="http://schemas.microsoft.com/office/drawing/2014/main" id="{4698F928-86CE-0616-9598-4CC5744DA01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19395" y="-36746"/>
            <a:ext cx="1036819" cy="1130106"/>
          </a:xfrm>
          <a:prstGeom prst="rect">
            <a:avLst/>
          </a:prstGeom>
        </p:spPr>
      </p:pic>
      <p:sp>
        <p:nvSpPr>
          <p:cNvPr id="23" name="Title 1">
            <a:extLst>
              <a:ext uri="{FF2B5EF4-FFF2-40B4-BE49-F238E27FC236}">
                <a16:creationId xmlns:a16="http://schemas.microsoft.com/office/drawing/2014/main" id="{5B278275-B8AE-4549-CD85-0F07EE6A6DDC}"/>
              </a:ext>
            </a:extLst>
          </p:cNvPr>
          <p:cNvSpPr>
            <a:spLocks noGrp="1"/>
          </p:cNvSpPr>
          <p:nvPr>
            <p:ph type="title"/>
          </p:nvPr>
        </p:nvSpPr>
        <p:spPr>
          <a:xfrm>
            <a:off x="166253" y="196183"/>
            <a:ext cx="4573912" cy="702302"/>
          </a:xfrm>
        </p:spPr>
        <p:txBody>
          <a:bodyPr>
            <a:normAutofit/>
          </a:bodyPr>
          <a:lstStyle/>
          <a:p>
            <a:r>
              <a:rPr lang="en-US" sz="2800" b="1">
                <a:latin typeface="Times New Roman" panose="02020603050405020304" pitchFamily="18" charset="0"/>
                <a:cs typeface="Times New Roman" panose="02020603050405020304" pitchFamily="18" charset="0"/>
              </a:rPr>
              <a:t>Methodology</a:t>
            </a:r>
            <a:endParaRPr lang="en-US" sz="3000" b="1">
              <a:latin typeface="Times New Roman"/>
              <a:cs typeface="Times New Roman"/>
            </a:endParaRPr>
          </a:p>
        </p:txBody>
      </p:sp>
      <p:sp>
        <p:nvSpPr>
          <p:cNvPr id="14" name="TextBox 13">
            <a:extLst>
              <a:ext uri="{FF2B5EF4-FFF2-40B4-BE49-F238E27FC236}">
                <a16:creationId xmlns:a16="http://schemas.microsoft.com/office/drawing/2014/main" id="{F558A2D4-07AF-1850-AC39-D0983A8FC794}"/>
              </a:ext>
            </a:extLst>
          </p:cNvPr>
          <p:cNvSpPr txBox="1"/>
          <p:nvPr/>
        </p:nvSpPr>
        <p:spPr>
          <a:xfrm>
            <a:off x="166255" y="1315577"/>
            <a:ext cx="8284411" cy="769441"/>
          </a:xfrm>
          <a:prstGeom prst="rect">
            <a:avLst/>
          </a:prstGeom>
          <a:noFill/>
        </p:spPr>
        <p:txBody>
          <a:bodyPr wrap="square" lIns="91440" tIns="45720" rIns="91440" bIns="45720" rtlCol="0" anchor="t">
            <a:spAutoFit/>
          </a:bodyPr>
          <a:lstStyle/>
          <a:p>
            <a:pPr marL="285750" indent="-285750">
              <a:buFont typeface="Wingdings" panose="05000000000000000000" pitchFamily="2" charset="2"/>
              <a:buChar char="Ø"/>
            </a:pPr>
            <a:r>
              <a:rPr lang="en-US" sz="1600" b="1">
                <a:latin typeface="Times New Roman" panose="02020603050405020304" pitchFamily="18" charset="0"/>
                <a:cs typeface="Times New Roman" panose="02020603050405020304" pitchFamily="18" charset="0"/>
              </a:rPr>
              <a:t>Inner current control</a:t>
            </a:r>
          </a:p>
          <a:p>
            <a:pPr marL="742950" lvl="1" indent="-285750">
              <a:buFont typeface="Wingdings" panose="05000000000000000000" pitchFamily="2" charset="2"/>
              <a:buChar char="§"/>
            </a:pPr>
            <a:r>
              <a:rPr lang="en-US" sz="1400">
                <a:latin typeface="Times New Roman"/>
                <a:cs typeface="Times New Roman"/>
              </a:rPr>
              <a:t>This control loop regulates the converter’s output current, enabling rapid and </a:t>
            </a:r>
            <a:r>
              <a:rPr lang="en-US" sz="1400">
                <a:solidFill>
                  <a:schemeClr val="accent2"/>
                </a:solidFill>
                <a:latin typeface="Times New Roman"/>
                <a:cs typeface="Times New Roman"/>
              </a:rPr>
              <a:t>precise tracking so that the actual current closely follows the reference value</a:t>
            </a:r>
            <a:r>
              <a:rPr lang="en-US" sz="1400">
                <a:latin typeface="Times New Roman"/>
                <a:cs typeface="Times New Roman"/>
              </a:rPr>
              <a:t>. See Fig9.</a:t>
            </a:r>
          </a:p>
        </p:txBody>
      </p:sp>
      <p:pic>
        <p:nvPicPr>
          <p:cNvPr id="8" name="Picture 7">
            <a:extLst>
              <a:ext uri="{FF2B5EF4-FFF2-40B4-BE49-F238E27FC236}">
                <a16:creationId xmlns:a16="http://schemas.microsoft.com/office/drawing/2014/main" id="{B6E8E15E-0824-E312-41DE-DD4A9A59E3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33132" y="2258498"/>
            <a:ext cx="5902507" cy="3172000"/>
          </a:xfrm>
          <a:prstGeom prst="rect">
            <a:avLst/>
          </a:prstGeom>
        </p:spPr>
      </p:pic>
      <p:sp>
        <p:nvSpPr>
          <p:cNvPr id="2" name="TextBox 1">
            <a:extLst>
              <a:ext uri="{FF2B5EF4-FFF2-40B4-BE49-F238E27FC236}">
                <a16:creationId xmlns:a16="http://schemas.microsoft.com/office/drawing/2014/main" id="{3E436BF8-2310-7AFE-5779-8E3D4D4C2B53}"/>
              </a:ext>
            </a:extLst>
          </p:cNvPr>
          <p:cNvSpPr txBox="1"/>
          <p:nvPr/>
        </p:nvSpPr>
        <p:spPr>
          <a:xfrm>
            <a:off x="3094696" y="5671890"/>
            <a:ext cx="4586748" cy="307777"/>
          </a:xfrm>
          <a:prstGeom prst="rect">
            <a:avLst/>
          </a:prstGeom>
          <a:noFill/>
        </p:spPr>
        <p:txBody>
          <a:bodyPr wrap="square">
            <a:spAutoFit/>
          </a:bodyPr>
          <a:lstStyle/>
          <a:p>
            <a:r>
              <a:rPr lang="en-US" sz="1400">
                <a:latin typeface="Times New Roman" panose="02020603050405020304" pitchFamily="18" charset="0"/>
                <a:cs typeface="Times New Roman" panose="02020603050405020304" pitchFamily="18" charset="0"/>
              </a:rPr>
              <a:t>Fig.9  Inner current control</a:t>
            </a:r>
            <a:endParaRPr lang="en-IN" sz="1400"/>
          </a:p>
        </p:txBody>
      </p:sp>
      <p:sp>
        <p:nvSpPr>
          <p:cNvPr id="4" name="Rectangle 3">
            <a:extLst>
              <a:ext uri="{FF2B5EF4-FFF2-40B4-BE49-F238E27FC236}">
                <a16:creationId xmlns:a16="http://schemas.microsoft.com/office/drawing/2014/main" id="{BD61E0C3-D80E-57F2-93AC-9028CA3EA35F}"/>
              </a:ext>
            </a:extLst>
          </p:cNvPr>
          <p:cNvSpPr/>
          <p:nvPr/>
        </p:nvSpPr>
        <p:spPr>
          <a:xfrm>
            <a:off x="-1910" y="6356197"/>
            <a:ext cx="9145911" cy="482367"/>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a:solidFill>
                  <a:schemeClr val="tx1"/>
                </a:solidFill>
                <a:latin typeface="Times New Roman"/>
                <a:cs typeface="Times New Roman"/>
              </a:rPr>
              <a:t>End-Semester Evaluation</a:t>
            </a:r>
            <a:r>
              <a:rPr lang="en-US" sz="1400">
                <a:solidFill>
                  <a:schemeClr val="tx1"/>
                </a:solidFill>
                <a:latin typeface="Times New Roman"/>
                <a:cs typeface="Times New Roman"/>
              </a:rPr>
              <a:t>                                       </a:t>
            </a:r>
            <a:r>
              <a:rPr lang="en-US" sz="1600">
                <a:solidFill>
                  <a:schemeClr val="tx1"/>
                </a:solidFill>
                <a:latin typeface="Times New Roman"/>
                <a:cs typeface="Times New Roman"/>
              </a:rPr>
              <a:t>Maloth Karthikeya                                                          8         </a:t>
            </a:r>
          </a:p>
        </p:txBody>
      </p:sp>
    </p:spTree>
    <p:extLst>
      <p:ext uri="{BB962C8B-B14F-4D97-AF65-F5344CB8AC3E}">
        <p14:creationId xmlns:p14="http://schemas.microsoft.com/office/powerpoint/2010/main" val="3262525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F1CD1-5AF4-1D29-BF27-F16CB7BD9723}"/>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A1622A0A-B9C8-4A3F-67F5-DD245B53F53F}"/>
              </a:ext>
            </a:extLst>
          </p:cNvPr>
          <p:cNvSpPr/>
          <p:nvPr/>
        </p:nvSpPr>
        <p:spPr>
          <a:xfrm>
            <a:off x="-1911" y="6273249"/>
            <a:ext cx="9145911" cy="63773"/>
          </a:xfrm>
          <a:prstGeom prst="rect">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DF792E15-7BB1-5425-5C25-98FAF742221D}"/>
              </a:ext>
            </a:extLst>
          </p:cNvPr>
          <p:cNvSpPr/>
          <p:nvPr/>
        </p:nvSpPr>
        <p:spPr>
          <a:xfrm>
            <a:off x="0" y="1010414"/>
            <a:ext cx="9144000" cy="63773"/>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 name="Picture 19" descr="A blue and white logo with text and a book&#10;&#10;Description automatically generated">
            <a:extLst>
              <a:ext uri="{FF2B5EF4-FFF2-40B4-BE49-F238E27FC236}">
                <a16:creationId xmlns:a16="http://schemas.microsoft.com/office/drawing/2014/main" id="{8C44495F-3F9A-47E2-06B3-366CEDFAC0D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19395" y="-36746"/>
            <a:ext cx="1036819" cy="1130106"/>
          </a:xfrm>
          <a:prstGeom prst="rect">
            <a:avLst/>
          </a:prstGeom>
        </p:spPr>
      </p:pic>
      <p:sp>
        <p:nvSpPr>
          <p:cNvPr id="23" name="Title 1">
            <a:extLst>
              <a:ext uri="{FF2B5EF4-FFF2-40B4-BE49-F238E27FC236}">
                <a16:creationId xmlns:a16="http://schemas.microsoft.com/office/drawing/2014/main" id="{2C72D462-1D40-5CBD-E97C-47DC43195005}"/>
              </a:ext>
            </a:extLst>
          </p:cNvPr>
          <p:cNvSpPr>
            <a:spLocks noGrp="1"/>
          </p:cNvSpPr>
          <p:nvPr>
            <p:ph type="title"/>
          </p:nvPr>
        </p:nvSpPr>
        <p:spPr>
          <a:xfrm>
            <a:off x="166253" y="196183"/>
            <a:ext cx="4573912" cy="702302"/>
          </a:xfrm>
        </p:spPr>
        <p:txBody>
          <a:bodyPr>
            <a:normAutofit/>
          </a:bodyPr>
          <a:lstStyle/>
          <a:p>
            <a:r>
              <a:rPr lang="en-US" sz="2800" b="1">
                <a:latin typeface="Times New Roman" panose="02020603050405020304" pitchFamily="18" charset="0"/>
                <a:cs typeface="Times New Roman" panose="02020603050405020304" pitchFamily="18" charset="0"/>
              </a:rPr>
              <a:t>Methodology</a:t>
            </a:r>
            <a:endParaRPr lang="en-US" sz="3000" b="1">
              <a:latin typeface="Times New Roman"/>
              <a:cs typeface="Times New Roman"/>
            </a:endParaRPr>
          </a:p>
        </p:txBody>
      </p:sp>
      <p:sp>
        <p:nvSpPr>
          <p:cNvPr id="6" name="TextBox 5">
            <a:extLst>
              <a:ext uri="{FF2B5EF4-FFF2-40B4-BE49-F238E27FC236}">
                <a16:creationId xmlns:a16="http://schemas.microsoft.com/office/drawing/2014/main" id="{10B864B4-8A3E-F5F5-AD55-105CF4D2BDA2}"/>
              </a:ext>
            </a:extLst>
          </p:cNvPr>
          <p:cNvSpPr txBox="1"/>
          <p:nvPr/>
        </p:nvSpPr>
        <p:spPr>
          <a:xfrm>
            <a:off x="3459167" y="1752841"/>
            <a:ext cx="1722431" cy="307777"/>
          </a:xfrm>
          <a:prstGeom prst="rect">
            <a:avLst/>
          </a:prstGeom>
          <a:noFill/>
        </p:spPr>
        <p:txBody>
          <a:bodyPr wrap="square" rtlCol="0">
            <a:spAutoFit/>
          </a:bodyPr>
          <a:lstStyle/>
          <a:p>
            <a:r>
              <a:rPr lang="en-IN" sz="1380">
                <a:latin typeface="Arial" panose="020B0604020202020204" pitchFamily="34" charset="0"/>
                <a:cs typeface="Arial" panose="020B0604020202020204" pitchFamily="34" charset="0"/>
              </a:rPr>
              <a:t>Load flow analysis</a:t>
            </a:r>
          </a:p>
        </p:txBody>
      </p:sp>
      <p:sp>
        <p:nvSpPr>
          <p:cNvPr id="7" name="TextBox 6">
            <a:extLst>
              <a:ext uri="{FF2B5EF4-FFF2-40B4-BE49-F238E27FC236}">
                <a16:creationId xmlns:a16="http://schemas.microsoft.com/office/drawing/2014/main" id="{D444988C-FE77-E71D-C096-7F116C57F472}"/>
              </a:ext>
            </a:extLst>
          </p:cNvPr>
          <p:cNvSpPr txBox="1"/>
          <p:nvPr/>
        </p:nvSpPr>
        <p:spPr>
          <a:xfrm>
            <a:off x="3264891" y="2374377"/>
            <a:ext cx="2194832" cy="523220"/>
          </a:xfrm>
          <a:prstGeom prst="rect">
            <a:avLst/>
          </a:prstGeom>
          <a:noFill/>
        </p:spPr>
        <p:txBody>
          <a:bodyPr wrap="none" rtlCol="0">
            <a:spAutoFit/>
          </a:bodyPr>
          <a:lstStyle/>
          <a:p>
            <a:r>
              <a:rPr lang="en-IN" sz="1400">
                <a:latin typeface="Arial" panose="020B0604020202020204" pitchFamily="34" charset="0"/>
                <a:cs typeface="Arial" panose="020B0604020202020204" pitchFamily="34" charset="0"/>
              </a:rPr>
              <a:t>Decision of Control mode</a:t>
            </a:r>
          </a:p>
          <a:p>
            <a:r>
              <a:rPr lang="en-IN" sz="1400">
                <a:latin typeface="Arial" panose="020B0604020202020204" pitchFamily="34" charset="0"/>
                <a:cs typeface="Arial" panose="020B0604020202020204" pitchFamily="34" charset="0"/>
              </a:rPr>
              <a:t>       (PQ or Vdc)</a:t>
            </a:r>
          </a:p>
        </p:txBody>
      </p:sp>
      <p:sp>
        <p:nvSpPr>
          <p:cNvPr id="9" name="TextBox 8">
            <a:extLst>
              <a:ext uri="{FF2B5EF4-FFF2-40B4-BE49-F238E27FC236}">
                <a16:creationId xmlns:a16="http://schemas.microsoft.com/office/drawing/2014/main" id="{7DC247BD-F9A2-6097-DD41-45C6A2B40EDE}"/>
              </a:ext>
            </a:extLst>
          </p:cNvPr>
          <p:cNvSpPr txBox="1"/>
          <p:nvPr/>
        </p:nvSpPr>
        <p:spPr>
          <a:xfrm>
            <a:off x="2455929" y="5847586"/>
            <a:ext cx="3908442" cy="307777"/>
          </a:xfrm>
          <a:prstGeom prst="rect">
            <a:avLst/>
          </a:prstGeom>
          <a:noFill/>
        </p:spPr>
        <p:txBody>
          <a:bodyPr wrap="none" rtlCol="0">
            <a:spAutoFit/>
          </a:bodyPr>
          <a:lstStyle/>
          <a:p>
            <a:r>
              <a:rPr lang="en-IN" sz="1400">
                <a:latin typeface="Times New Roman" panose="02020603050405020304" pitchFamily="18" charset="0"/>
                <a:cs typeface="Times New Roman" panose="02020603050405020304" pitchFamily="18" charset="0"/>
              </a:rPr>
              <a:t>Fig.10 Primary and secondary control flow diagram</a:t>
            </a:r>
          </a:p>
        </p:txBody>
      </p:sp>
      <p:pic>
        <p:nvPicPr>
          <p:cNvPr id="11" name="Picture 10">
            <a:extLst>
              <a:ext uri="{FF2B5EF4-FFF2-40B4-BE49-F238E27FC236}">
                <a16:creationId xmlns:a16="http://schemas.microsoft.com/office/drawing/2014/main" id="{BA7BAEA9-5335-ADBB-A1F2-2168937B664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53209" y="1315401"/>
            <a:ext cx="3637013" cy="4290971"/>
          </a:xfrm>
          <a:prstGeom prst="rect">
            <a:avLst/>
          </a:prstGeom>
        </p:spPr>
      </p:pic>
      <p:sp>
        <p:nvSpPr>
          <p:cNvPr id="12" name="Rectangle 11">
            <a:extLst>
              <a:ext uri="{FF2B5EF4-FFF2-40B4-BE49-F238E27FC236}">
                <a16:creationId xmlns:a16="http://schemas.microsoft.com/office/drawing/2014/main" id="{F6A0B81D-A508-828C-A8D3-2C5AAF492413}"/>
              </a:ext>
            </a:extLst>
          </p:cNvPr>
          <p:cNvSpPr/>
          <p:nvPr/>
        </p:nvSpPr>
        <p:spPr>
          <a:xfrm>
            <a:off x="-1910" y="6356197"/>
            <a:ext cx="9145911" cy="482367"/>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a:solidFill>
                  <a:schemeClr val="tx1"/>
                </a:solidFill>
                <a:latin typeface="Times New Roman"/>
                <a:cs typeface="Times New Roman"/>
              </a:rPr>
              <a:t>End-Semester Evaluation</a:t>
            </a:r>
            <a:r>
              <a:rPr lang="en-US" sz="1400">
                <a:solidFill>
                  <a:schemeClr val="tx1"/>
                </a:solidFill>
                <a:latin typeface="Times New Roman"/>
                <a:cs typeface="Times New Roman"/>
              </a:rPr>
              <a:t>                                       </a:t>
            </a:r>
            <a:r>
              <a:rPr lang="en-US" sz="1600">
                <a:solidFill>
                  <a:schemeClr val="tx1"/>
                </a:solidFill>
                <a:latin typeface="Times New Roman"/>
                <a:cs typeface="Times New Roman"/>
              </a:rPr>
              <a:t>Maloth Karthikeya                                                          9          </a:t>
            </a:r>
          </a:p>
        </p:txBody>
      </p:sp>
    </p:spTree>
    <p:extLst>
      <p:ext uri="{BB962C8B-B14F-4D97-AF65-F5344CB8AC3E}">
        <p14:creationId xmlns:p14="http://schemas.microsoft.com/office/powerpoint/2010/main" val="39871101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982F9-B6B5-A676-DBC0-036388B6EBC0}"/>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7E22852D-C73B-B13B-1B06-F8B378F84CC5}"/>
              </a:ext>
            </a:extLst>
          </p:cNvPr>
          <p:cNvSpPr/>
          <p:nvPr/>
        </p:nvSpPr>
        <p:spPr>
          <a:xfrm>
            <a:off x="-1911" y="6273249"/>
            <a:ext cx="9145911" cy="63773"/>
          </a:xfrm>
          <a:prstGeom prst="rect">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B976C6E3-FD1B-9C9B-842F-11F837FA4D80}"/>
              </a:ext>
            </a:extLst>
          </p:cNvPr>
          <p:cNvSpPr/>
          <p:nvPr/>
        </p:nvSpPr>
        <p:spPr>
          <a:xfrm>
            <a:off x="0" y="1010414"/>
            <a:ext cx="9144000" cy="63773"/>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itle 1">
            <a:extLst>
              <a:ext uri="{FF2B5EF4-FFF2-40B4-BE49-F238E27FC236}">
                <a16:creationId xmlns:a16="http://schemas.microsoft.com/office/drawing/2014/main" id="{DD5E14FC-CE56-B14F-3253-7C6C2773F96A}"/>
              </a:ext>
            </a:extLst>
          </p:cNvPr>
          <p:cNvSpPr>
            <a:spLocks noGrp="1"/>
          </p:cNvSpPr>
          <p:nvPr>
            <p:ph type="title"/>
          </p:nvPr>
        </p:nvSpPr>
        <p:spPr>
          <a:xfrm>
            <a:off x="166253" y="196183"/>
            <a:ext cx="4573912" cy="702302"/>
          </a:xfrm>
        </p:spPr>
        <p:txBody>
          <a:bodyPr>
            <a:normAutofit/>
          </a:bodyPr>
          <a:lstStyle/>
          <a:p>
            <a:r>
              <a:rPr lang="en-US" sz="2800" b="1">
                <a:latin typeface="Times New Roman" panose="02020603050405020304" pitchFamily="18" charset="0"/>
                <a:cs typeface="Times New Roman" panose="02020603050405020304" pitchFamily="18" charset="0"/>
              </a:rPr>
              <a:t>Methodology</a:t>
            </a:r>
            <a:endParaRPr lang="en-US" sz="3000" b="1">
              <a:latin typeface="Times New Roman"/>
              <a:cs typeface="Times New Roman"/>
            </a:endParaRPr>
          </a:p>
        </p:txBody>
      </p:sp>
      <p:sp>
        <p:nvSpPr>
          <p:cNvPr id="5" name="TextBox 4">
            <a:extLst>
              <a:ext uri="{FF2B5EF4-FFF2-40B4-BE49-F238E27FC236}">
                <a16:creationId xmlns:a16="http://schemas.microsoft.com/office/drawing/2014/main" id="{0F7F204B-5B22-D96D-F851-3ACA397DAD5F}"/>
              </a:ext>
            </a:extLst>
          </p:cNvPr>
          <p:cNvSpPr txBox="1"/>
          <p:nvPr/>
        </p:nvSpPr>
        <p:spPr>
          <a:xfrm>
            <a:off x="166255" y="1127474"/>
            <a:ext cx="5899115" cy="307777"/>
          </a:xfrm>
          <a:prstGeom prst="rect">
            <a:avLst/>
          </a:prstGeom>
          <a:noFill/>
        </p:spPr>
        <p:txBody>
          <a:bodyPr wrap="none" rtlCol="0">
            <a:spAutoFit/>
          </a:bodyPr>
          <a:lstStyle/>
          <a:p>
            <a:pPr marL="285750" indent="-285750">
              <a:buFont typeface="Wingdings" panose="05000000000000000000" pitchFamily="2" charset="2"/>
              <a:buChar char="Ø"/>
            </a:pPr>
            <a:r>
              <a:rPr lang="en-US" sz="1400" b="1">
                <a:solidFill>
                  <a:schemeClr val="accent2"/>
                </a:solidFill>
                <a:latin typeface="Times New Roman" panose="02020603050405020304" pitchFamily="18" charset="0"/>
                <a:cs typeface="Times New Roman" panose="02020603050405020304" pitchFamily="18" charset="0"/>
              </a:rPr>
              <a:t>Multi-terminal system </a:t>
            </a:r>
            <a:r>
              <a:rPr lang="en-US" sz="1400">
                <a:latin typeface="Times New Roman" panose="02020603050405020304" pitchFamily="18" charset="0"/>
                <a:cs typeface="Times New Roman" panose="02020603050405020304" pitchFamily="18" charset="0"/>
              </a:rPr>
              <a:t>with </a:t>
            </a:r>
            <a:r>
              <a:rPr lang="en-US" sz="1400">
                <a:solidFill>
                  <a:schemeClr val="accent2"/>
                </a:solidFill>
                <a:latin typeface="Times New Roman" panose="02020603050405020304" pitchFamily="18" charset="0"/>
                <a:cs typeface="Times New Roman" panose="02020603050405020304" pitchFamily="18" charset="0"/>
              </a:rPr>
              <a:t>Modular multi-level converter</a:t>
            </a:r>
            <a:r>
              <a:rPr lang="en-US" sz="1400">
                <a:latin typeface="Times New Roman" panose="02020603050405020304" pitchFamily="18" charset="0"/>
                <a:cs typeface="Times New Roman" panose="02020603050405020304" pitchFamily="18" charset="0"/>
              </a:rPr>
              <a:t>(MMC)(Fig11).</a:t>
            </a:r>
          </a:p>
        </p:txBody>
      </p:sp>
      <p:pic>
        <p:nvPicPr>
          <p:cNvPr id="3" name="Picture 2">
            <a:extLst>
              <a:ext uri="{FF2B5EF4-FFF2-40B4-BE49-F238E27FC236}">
                <a16:creationId xmlns:a16="http://schemas.microsoft.com/office/drawing/2014/main" id="{3028388E-7D86-A6C8-12A9-DC2EE17C2A6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33130" y="1512882"/>
            <a:ext cx="4549191" cy="2010008"/>
          </a:xfrm>
          <a:prstGeom prst="rect">
            <a:avLst/>
          </a:prstGeom>
        </p:spPr>
      </p:pic>
      <p:sp>
        <p:nvSpPr>
          <p:cNvPr id="8" name="TextBox 7">
            <a:extLst>
              <a:ext uri="{FF2B5EF4-FFF2-40B4-BE49-F238E27FC236}">
                <a16:creationId xmlns:a16="http://schemas.microsoft.com/office/drawing/2014/main" id="{4BA21719-FFB3-8635-ECB9-9955E4DBECC2}"/>
              </a:ext>
            </a:extLst>
          </p:cNvPr>
          <p:cNvSpPr txBox="1"/>
          <p:nvPr/>
        </p:nvSpPr>
        <p:spPr>
          <a:xfrm>
            <a:off x="2519884" y="3700362"/>
            <a:ext cx="4586748" cy="307777"/>
          </a:xfrm>
          <a:prstGeom prst="rect">
            <a:avLst/>
          </a:prstGeom>
          <a:noFill/>
        </p:spPr>
        <p:txBody>
          <a:bodyPr wrap="square">
            <a:spAutoFit/>
          </a:bodyPr>
          <a:lstStyle/>
          <a:p>
            <a:r>
              <a:rPr lang="en-US" sz="1400">
                <a:latin typeface="Times New Roman" panose="02020603050405020304" pitchFamily="18" charset="0"/>
                <a:cs typeface="Times New Roman" panose="02020603050405020304" pitchFamily="18" charset="0"/>
              </a:rPr>
              <a:t>Fig.11 Multi-terminal HVDC system</a:t>
            </a:r>
            <a:endParaRPr lang="en-IN" sz="1400"/>
          </a:p>
        </p:txBody>
      </p:sp>
      <p:sp>
        <p:nvSpPr>
          <p:cNvPr id="10" name="TextBox 9">
            <a:extLst>
              <a:ext uri="{FF2B5EF4-FFF2-40B4-BE49-F238E27FC236}">
                <a16:creationId xmlns:a16="http://schemas.microsoft.com/office/drawing/2014/main" id="{A52368E3-588D-25E3-6EAB-DDA9075E9244}"/>
              </a:ext>
            </a:extLst>
          </p:cNvPr>
          <p:cNvSpPr txBox="1"/>
          <p:nvPr/>
        </p:nvSpPr>
        <p:spPr>
          <a:xfrm>
            <a:off x="166253" y="4278963"/>
            <a:ext cx="8911072" cy="523220"/>
          </a:xfrm>
          <a:prstGeom prst="rect">
            <a:avLst/>
          </a:prstGeom>
          <a:noFill/>
        </p:spPr>
        <p:txBody>
          <a:bodyPr wrap="square">
            <a:spAutoFit/>
          </a:bodyPr>
          <a:lstStyle/>
          <a:p>
            <a:pPr marL="285750" indent="-285750">
              <a:buFont typeface="Wingdings" panose="05000000000000000000" pitchFamily="2" charset="2"/>
              <a:buChar char="Ø"/>
            </a:pPr>
            <a:r>
              <a:rPr lang="en-US" sz="1400">
                <a:latin typeface="Times New Roman" panose="02020603050405020304" pitchFamily="18" charset="0"/>
                <a:cs typeface="Times New Roman" panose="02020603050405020304" pitchFamily="18" charset="0"/>
              </a:rPr>
              <a:t>T1,2,3,4 are 4-MMCs in which 2 are in active reactive power control mode(PQ) and other two are in voltage control mode(VdcQ).</a:t>
            </a:r>
          </a:p>
        </p:txBody>
      </p:sp>
      <p:sp>
        <p:nvSpPr>
          <p:cNvPr id="4" name="Rectangle 3">
            <a:extLst>
              <a:ext uri="{FF2B5EF4-FFF2-40B4-BE49-F238E27FC236}">
                <a16:creationId xmlns:a16="http://schemas.microsoft.com/office/drawing/2014/main" id="{8703A82F-2A41-AC14-4150-A3BF88C0EA57}"/>
              </a:ext>
            </a:extLst>
          </p:cNvPr>
          <p:cNvSpPr/>
          <p:nvPr/>
        </p:nvSpPr>
        <p:spPr>
          <a:xfrm>
            <a:off x="-1910" y="6356197"/>
            <a:ext cx="9145911" cy="482367"/>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a:solidFill>
                  <a:schemeClr val="tx1"/>
                </a:solidFill>
                <a:latin typeface="Times New Roman"/>
                <a:cs typeface="Times New Roman"/>
              </a:rPr>
              <a:t>End-Semester Evaluation</a:t>
            </a:r>
            <a:r>
              <a:rPr lang="en-US" sz="1400">
                <a:solidFill>
                  <a:schemeClr val="tx1"/>
                </a:solidFill>
                <a:latin typeface="Times New Roman"/>
                <a:cs typeface="Times New Roman"/>
              </a:rPr>
              <a:t>                                       </a:t>
            </a:r>
            <a:r>
              <a:rPr lang="en-US" sz="1600">
                <a:solidFill>
                  <a:schemeClr val="tx1"/>
                </a:solidFill>
                <a:latin typeface="Times New Roman"/>
                <a:cs typeface="Times New Roman"/>
              </a:rPr>
              <a:t>Maloth Karthikeya                                                         10          </a:t>
            </a:r>
          </a:p>
        </p:txBody>
      </p:sp>
    </p:spTree>
    <p:extLst>
      <p:ext uri="{BB962C8B-B14F-4D97-AF65-F5344CB8AC3E}">
        <p14:creationId xmlns:p14="http://schemas.microsoft.com/office/powerpoint/2010/main" val="1825565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65DAD-9375-BF83-3D66-1D9D55176190}"/>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4A08160A-816B-CAC7-676C-34EFB1CC81EF}"/>
              </a:ext>
            </a:extLst>
          </p:cNvPr>
          <p:cNvSpPr/>
          <p:nvPr/>
        </p:nvSpPr>
        <p:spPr>
          <a:xfrm>
            <a:off x="-1911" y="6273249"/>
            <a:ext cx="9145911" cy="63773"/>
          </a:xfrm>
          <a:prstGeom prst="rect">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7DDAB08C-2FF8-0D9F-64BE-FE8DF7F2F51E}"/>
              </a:ext>
            </a:extLst>
          </p:cNvPr>
          <p:cNvSpPr/>
          <p:nvPr/>
        </p:nvSpPr>
        <p:spPr>
          <a:xfrm>
            <a:off x="0" y="1010414"/>
            <a:ext cx="9144000" cy="63773"/>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 name="Picture 19" descr="A blue and white logo with text and a book&#10;&#10;Description automatically generated">
            <a:extLst>
              <a:ext uri="{FF2B5EF4-FFF2-40B4-BE49-F238E27FC236}">
                <a16:creationId xmlns:a16="http://schemas.microsoft.com/office/drawing/2014/main" id="{F4B00958-1864-469B-99DA-A1F17F2EDD3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19395" y="-36746"/>
            <a:ext cx="1036819" cy="1130106"/>
          </a:xfrm>
          <a:prstGeom prst="rect">
            <a:avLst/>
          </a:prstGeom>
        </p:spPr>
      </p:pic>
      <p:sp>
        <p:nvSpPr>
          <p:cNvPr id="23" name="Title 1">
            <a:extLst>
              <a:ext uri="{FF2B5EF4-FFF2-40B4-BE49-F238E27FC236}">
                <a16:creationId xmlns:a16="http://schemas.microsoft.com/office/drawing/2014/main" id="{5FD64104-622C-51D4-A4B4-F8A160793EEE}"/>
              </a:ext>
            </a:extLst>
          </p:cNvPr>
          <p:cNvSpPr>
            <a:spLocks noGrp="1"/>
          </p:cNvSpPr>
          <p:nvPr>
            <p:ph type="title"/>
          </p:nvPr>
        </p:nvSpPr>
        <p:spPr>
          <a:xfrm>
            <a:off x="166253" y="196183"/>
            <a:ext cx="4573912" cy="702302"/>
          </a:xfrm>
        </p:spPr>
        <p:txBody>
          <a:bodyPr>
            <a:normAutofit/>
          </a:bodyPr>
          <a:lstStyle/>
          <a:p>
            <a:r>
              <a:rPr lang="en-US" sz="2800" b="1">
                <a:latin typeface="Times New Roman" panose="02020603050405020304" pitchFamily="18" charset="0"/>
                <a:cs typeface="Times New Roman" panose="02020603050405020304" pitchFamily="18" charset="0"/>
              </a:rPr>
              <a:t>Methodology</a:t>
            </a:r>
            <a:endParaRPr lang="en-US" sz="3000" b="1">
              <a:latin typeface="Times New Roman"/>
              <a:cs typeface="Times New Roman"/>
            </a:endParaRPr>
          </a:p>
        </p:txBody>
      </p:sp>
      <p:sp>
        <p:nvSpPr>
          <p:cNvPr id="5" name="TextBox 4">
            <a:extLst>
              <a:ext uri="{FF2B5EF4-FFF2-40B4-BE49-F238E27FC236}">
                <a16:creationId xmlns:a16="http://schemas.microsoft.com/office/drawing/2014/main" id="{54D868E0-EE21-4256-1663-4DEF717FA35A}"/>
              </a:ext>
            </a:extLst>
          </p:cNvPr>
          <p:cNvSpPr txBox="1"/>
          <p:nvPr/>
        </p:nvSpPr>
        <p:spPr>
          <a:xfrm>
            <a:off x="69200" y="3866908"/>
            <a:ext cx="4670965" cy="523220"/>
          </a:xfrm>
          <a:prstGeom prst="rect">
            <a:avLst/>
          </a:prstGeom>
          <a:noFill/>
        </p:spPr>
        <p:txBody>
          <a:bodyPr wrap="square" rtlCol="0">
            <a:spAutoFit/>
          </a:bodyPr>
          <a:lstStyle/>
          <a:p>
            <a:pPr marL="285750" indent="-285750">
              <a:buFont typeface="Wingdings" panose="05000000000000000000" pitchFamily="2" charset="2"/>
              <a:buChar char="Ø"/>
            </a:pPr>
            <a:r>
              <a:rPr lang="en-US" sz="1400">
                <a:latin typeface="Times New Roman" panose="02020603050405020304" pitchFamily="18" charset="0"/>
                <a:cs typeface="Times New Roman" panose="02020603050405020304" pitchFamily="18" charset="0"/>
              </a:rPr>
              <a:t>Follows same control architecture except it has submodules instead of one gate bridge like in VSC. </a:t>
            </a:r>
          </a:p>
        </p:txBody>
      </p:sp>
      <p:pic>
        <p:nvPicPr>
          <p:cNvPr id="4" name="Picture 3">
            <a:extLst>
              <a:ext uri="{FF2B5EF4-FFF2-40B4-BE49-F238E27FC236}">
                <a16:creationId xmlns:a16="http://schemas.microsoft.com/office/drawing/2014/main" id="{EF2F07F9-12F5-9CDD-67C2-7579573B6E3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71194" y="1348406"/>
            <a:ext cx="4721886" cy="4499182"/>
          </a:xfrm>
          <a:prstGeom prst="rect">
            <a:avLst/>
          </a:prstGeom>
        </p:spPr>
      </p:pic>
      <p:pic>
        <p:nvPicPr>
          <p:cNvPr id="7" name="Picture 6">
            <a:extLst>
              <a:ext uri="{FF2B5EF4-FFF2-40B4-BE49-F238E27FC236}">
                <a16:creationId xmlns:a16="http://schemas.microsoft.com/office/drawing/2014/main" id="{7BF22E7A-7B99-726B-C9D9-7C8FE6A01BF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46043" y="1240827"/>
            <a:ext cx="3264074" cy="2200420"/>
          </a:xfrm>
          <a:prstGeom prst="rect">
            <a:avLst/>
          </a:prstGeom>
        </p:spPr>
      </p:pic>
      <p:sp>
        <p:nvSpPr>
          <p:cNvPr id="6" name="TextBox 5">
            <a:extLst>
              <a:ext uri="{FF2B5EF4-FFF2-40B4-BE49-F238E27FC236}">
                <a16:creationId xmlns:a16="http://schemas.microsoft.com/office/drawing/2014/main" id="{374FC7B4-E739-9D29-16C0-A053C6A0D118}"/>
              </a:ext>
            </a:extLst>
          </p:cNvPr>
          <p:cNvSpPr txBox="1"/>
          <p:nvPr/>
        </p:nvSpPr>
        <p:spPr>
          <a:xfrm>
            <a:off x="390110" y="3478356"/>
            <a:ext cx="4596848" cy="307777"/>
          </a:xfrm>
          <a:prstGeom prst="rect">
            <a:avLst/>
          </a:prstGeom>
          <a:noFill/>
        </p:spPr>
        <p:txBody>
          <a:bodyPr wrap="square">
            <a:spAutoFit/>
          </a:bodyPr>
          <a:lstStyle/>
          <a:p>
            <a:r>
              <a:rPr lang="en-US" sz="1400">
                <a:latin typeface="Times New Roman" panose="02020603050405020304" pitchFamily="18" charset="0"/>
                <a:cs typeface="Times New Roman" panose="02020603050405020304" pitchFamily="18" charset="0"/>
              </a:rPr>
              <a:t>Fig.13  Control Scheme of MMC </a:t>
            </a:r>
            <a:endParaRPr lang="en-IN" sz="1400"/>
          </a:p>
        </p:txBody>
      </p:sp>
      <p:sp>
        <p:nvSpPr>
          <p:cNvPr id="9" name="TextBox 8">
            <a:extLst>
              <a:ext uri="{FF2B5EF4-FFF2-40B4-BE49-F238E27FC236}">
                <a16:creationId xmlns:a16="http://schemas.microsoft.com/office/drawing/2014/main" id="{0CE16429-D912-CB08-78B7-BE5480D886D4}"/>
              </a:ext>
            </a:extLst>
          </p:cNvPr>
          <p:cNvSpPr txBox="1"/>
          <p:nvPr/>
        </p:nvSpPr>
        <p:spPr>
          <a:xfrm>
            <a:off x="6015658" y="5693697"/>
            <a:ext cx="4596848" cy="307777"/>
          </a:xfrm>
          <a:prstGeom prst="rect">
            <a:avLst/>
          </a:prstGeom>
          <a:noFill/>
        </p:spPr>
        <p:txBody>
          <a:bodyPr wrap="square">
            <a:spAutoFit/>
          </a:bodyPr>
          <a:lstStyle/>
          <a:p>
            <a:r>
              <a:rPr lang="en-US" sz="1400">
                <a:latin typeface="Times New Roman" panose="02020603050405020304" pitchFamily="18" charset="0"/>
                <a:cs typeface="Times New Roman" panose="02020603050405020304" pitchFamily="18" charset="0"/>
              </a:rPr>
              <a:t>Fig.12  Structure of MMC </a:t>
            </a:r>
            <a:endParaRPr lang="en-IN" sz="1400"/>
          </a:p>
        </p:txBody>
      </p:sp>
      <p:sp>
        <p:nvSpPr>
          <p:cNvPr id="2" name="Rectangle 1">
            <a:extLst>
              <a:ext uri="{FF2B5EF4-FFF2-40B4-BE49-F238E27FC236}">
                <a16:creationId xmlns:a16="http://schemas.microsoft.com/office/drawing/2014/main" id="{C8C39E64-0E58-5C10-E778-87418FBA1D4E}"/>
              </a:ext>
            </a:extLst>
          </p:cNvPr>
          <p:cNvSpPr/>
          <p:nvPr/>
        </p:nvSpPr>
        <p:spPr>
          <a:xfrm>
            <a:off x="-1910" y="6356197"/>
            <a:ext cx="9145911" cy="482367"/>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a:solidFill>
                  <a:schemeClr val="tx1"/>
                </a:solidFill>
                <a:latin typeface="Times New Roman"/>
                <a:cs typeface="Times New Roman"/>
              </a:rPr>
              <a:t>End-Semester Evaluation</a:t>
            </a:r>
            <a:r>
              <a:rPr lang="en-US" sz="1400">
                <a:solidFill>
                  <a:schemeClr val="tx1"/>
                </a:solidFill>
                <a:latin typeface="Times New Roman"/>
                <a:cs typeface="Times New Roman"/>
              </a:rPr>
              <a:t>                                       </a:t>
            </a:r>
            <a:r>
              <a:rPr lang="en-US" sz="1600">
                <a:solidFill>
                  <a:schemeClr val="tx1"/>
                </a:solidFill>
                <a:latin typeface="Times New Roman"/>
                <a:cs typeface="Times New Roman"/>
              </a:rPr>
              <a:t>Maloth Karthikeya                                                         11          </a:t>
            </a:r>
          </a:p>
        </p:txBody>
      </p:sp>
    </p:spTree>
    <p:extLst>
      <p:ext uri="{BB962C8B-B14F-4D97-AF65-F5344CB8AC3E}">
        <p14:creationId xmlns:p14="http://schemas.microsoft.com/office/powerpoint/2010/main" val="1436494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122EB-D86A-95F6-CE9E-97DB0E1FCF8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2B2287C1-4C14-22F3-04E9-68F693CFC948}"/>
              </a:ext>
            </a:extLst>
          </p:cNvPr>
          <p:cNvSpPr/>
          <p:nvPr/>
        </p:nvSpPr>
        <p:spPr>
          <a:xfrm>
            <a:off x="-1911" y="6273249"/>
            <a:ext cx="9145911" cy="63773"/>
          </a:xfrm>
          <a:prstGeom prst="rect">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F02091FD-40F3-2E05-A0F5-AD7296EC6D87}"/>
              </a:ext>
            </a:extLst>
          </p:cNvPr>
          <p:cNvSpPr/>
          <p:nvPr/>
        </p:nvSpPr>
        <p:spPr>
          <a:xfrm>
            <a:off x="0" y="1010414"/>
            <a:ext cx="9144000" cy="63773"/>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itle 1">
            <a:extLst>
              <a:ext uri="{FF2B5EF4-FFF2-40B4-BE49-F238E27FC236}">
                <a16:creationId xmlns:a16="http://schemas.microsoft.com/office/drawing/2014/main" id="{CA5278F2-7735-A53A-6EA5-907A87E9F957}"/>
              </a:ext>
            </a:extLst>
          </p:cNvPr>
          <p:cNvSpPr>
            <a:spLocks noGrp="1"/>
          </p:cNvSpPr>
          <p:nvPr>
            <p:ph type="title"/>
          </p:nvPr>
        </p:nvSpPr>
        <p:spPr>
          <a:xfrm>
            <a:off x="166253" y="196183"/>
            <a:ext cx="4573912" cy="702302"/>
          </a:xfrm>
        </p:spPr>
        <p:txBody>
          <a:bodyPr>
            <a:normAutofit/>
          </a:bodyPr>
          <a:lstStyle/>
          <a:p>
            <a:r>
              <a:rPr lang="en-US" sz="2800" b="1">
                <a:latin typeface="Times New Roman" panose="02020603050405020304" pitchFamily="18" charset="0"/>
                <a:cs typeface="Times New Roman" panose="02020603050405020304" pitchFamily="18" charset="0"/>
              </a:rPr>
              <a:t>Results</a:t>
            </a:r>
            <a:endParaRPr lang="en-US" sz="3000" b="1">
              <a:latin typeface="Times New Roman"/>
              <a:cs typeface="Times New Roman"/>
            </a:endParaRPr>
          </a:p>
        </p:txBody>
      </p:sp>
      <p:sp>
        <p:nvSpPr>
          <p:cNvPr id="5" name="TextBox 4">
            <a:extLst>
              <a:ext uri="{FF2B5EF4-FFF2-40B4-BE49-F238E27FC236}">
                <a16:creationId xmlns:a16="http://schemas.microsoft.com/office/drawing/2014/main" id="{0035F63A-F205-00A0-DD3E-5D45EF04C9C9}"/>
              </a:ext>
            </a:extLst>
          </p:cNvPr>
          <p:cNvSpPr txBox="1"/>
          <p:nvPr/>
        </p:nvSpPr>
        <p:spPr>
          <a:xfrm>
            <a:off x="-1912" y="1077169"/>
            <a:ext cx="8535620" cy="1415772"/>
          </a:xfrm>
          <a:prstGeom prst="rect">
            <a:avLst/>
          </a:prstGeom>
          <a:noFill/>
        </p:spPr>
        <p:txBody>
          <a:bodyPr wrap="square" rtlCol="0">
            <a:spAutoFit/>
          </a:bodyPr>
          <a:lstStyle/>
          <a:p>
            <a:endParaRPr lang="en-US" sz="16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400">
                <a:latin typeface="Times New Roman" panose="02020603050405020304" pitchFamily="18" charset="0"/>
                <a:cs typeface="Times New Roman" panose="02020603050405020304" pitchFamily="18" charset="0"/>
              </a:rPr>
              <a:t>In the PSCAD design of </a:t>
            </a:r>
            <a:r>
              <a:rPr lang="en-US" sz="1400" b="1">
                <a:solidFill>
                  <a:schemeClr val="accent2"/>
                </a:solidFill>
                <a:latin typeface="Times New Roman" panose="02020603050405020304" pitchFamily="18" charset="0"/>
                <a:cs typeface="Times New Roman" panose="02020603050405020304" pitchFamily="18" charset="0"/>
              </a:rPr>
              <a:t>Grid Connected Converter</a:t>
            </a:r>
            <a:r>
              <a:rPr lang="en-US" sz="1400">
                <a:latin typeface="Times New Roman" panose="02020603050405020304" pitchFamily="18" charset="0"/>
                <a:cs typeface="Times New Roman" panose="02020603050405020304" pitchFamily="18" charset="0"/>
              </a:rPr>
              <a:t>, values of </a:t>
            </a:r>
            <a:r>
              <a:rPr lang="en-US" sz="1400">
                <a:solidFill>
                  <a:schemeClr val="accent2"/>
                </a:solidFill>
                <a:latin typeface="Times New Roman" panose="02020603050405020304" pitchFamily="18" charset="0"/>
                <a:cs typeface="Times New Roman" panose="02020603050405020304" pitchFamily="18" charset="0"/>
              </a:rPr>
              <a:t>pref </a:t>
            </a:r>
            <a:r>
              <a:rPr lang="en-US" sz="1400">
                <a:latin typeface="Times New Roman" panose="02020603050405020304" pitchFamily="18" charset="0"/>
                <a:cs typeface="Times New Roman" panose="02020603050405020304" pitchFamily="18" charset="0"/>
              </a:rPr>
              <a:t>and </a:t>
            </a:r>
            <a:r>
              <a:rPr lang="en-US" sz="1400">
                <a:solidFill>
                  <a:schemeClr val="accent2"/>
                </a:solidFill>
                <a:latin typeface="Times New Roman" panose="02020603050405020304" pitchFamily="18" charset="0"/>
                <a:cs typeface="Times New Roman" panose="02020603050405020304" pitchFamily="18" charset="0"/>
              </a:rPr>
              <a:t>qref</a:t>
            </a:r>
            <a:r>
              <a:rPr lang="en-US" sz="1400">
                <a:latin typeface="Times New Roman" panose="02020603050405020304" pitchFamily="18" charset="0"/>
                <a:cs typeface="Times New Roman" panose="02020603050405020304" pitchFamily="18" charset="0"/>
              </a:rPr>
              <a:t> are set to constant </a:t>
            </a:r>
            <a:r>
              <a:rPr lang="en-US" sz="1400">
                <a:solidFill>
                  <a:schemeClr val="accent2"/>
                </a:solidFill>
                <a:latin typeface="Times New Roman" panose="02020603050405020304" pitchFamily="18" charset="0"/>
                <a:cs typeface="Times New Roman" panose="02020603050405020304" pitchFamily="18" charset="0"/>
              </a:rPr>
              <a:t>1pu</a:t>
            </a:r>
            <a:r>
              <a:rPr lang="en-US" sz="1400">
                <a:latin typeface="Times New Roman" panose="02020603050405020304" pitchFamily="18" charset="0"/>
                <a:cs typeface="Times New Roman" panose="02020603050405020304" pitchFamily="18" charset="0"/>
              </a:rPr>
              <a:t> and </a:t>
            </a:r>
            <a:r>
              <a:rPr lang="en-US" sz="1400">
                <a:solidFill>
                  <a:schemeClr val="accent2"/>
                </a:solidFill>
                <a:latin typeface="Times New Roman" panose="02020603050405020304" pitchFamily="18" charset="0"/>
                <a:cs typeface="Times New Roman" panose="02020603050405020304" pitchFamily="18" charset="0"/>
              </a:rPr>
              <a:t>0pu</a:t>
            </a:r>
            <a:r>
              <a:rPr lang="en-US" sz="1400">
                <a:latin typeface="Times New Roman" panose="02020603050405020304" pitchFamily="18" charset="0"/>
                <a:cs typeface="Times New Roman" panose="02020603050405020304" pitchFamily="18" charset="0"/>
              </a:rPr>
              <a:t> up to </a:t>
            </a:r>
            <a:r>
              <a:rPr lang="en-US" sz="1400">
                <a:solidFill>
                  <a:schemeClr val="accent2"/>
                </a:solidFill>
                <a:latin typeface="Times New Roman" panose="02020603050405020304" pitchFamily="18" charset="0"/>
                <a:cs typeface="Times New Roman" panose="02020603050405020304" pitchFamily="18" charset="0"/>
              </a:rPr>
              <a:t>2-seconds </a:t>
            </a:r>
            <a:r>
              <a:rPr lang="en-US" sz="1400">
                <a:latin typeface="Times New Roman" panose="02020603050405020304" pitchFamily="18" charset="0"/>
                <a:cs typeface="Times New Roman" panose="02020603050405020304" pitchFamily="18" charset="0"/>
              </a:rPr>
              <a:t>then there is a </a:t>
            </a:r>
            <a:r>
              <a:rPr lang="en-US" sz="1400">
                <a:solidFill>
                  <a:schemeClr val="accent2"/>
                </a:solidFill>
                <a:latin typeface="Times New Roman" panose="02020603050405020304" pitchFamily="18" charset="0"/>
                <a:cs typeface="Times New Roman" panose="02020603050405020304" pitchFamily="18" charset="0"/>
              </a:rPr>
              <a:t>step change of 1 to 1.5pu and 0 to 0.2pu from 2-seconds </a:t>
            </a:r>
            <a:r>
              <a:rPr lang="en-US" sz="1400">
                <a:latin typeface="Times New Roman" panose="02020603050405020304" pitchFamily="18" charset="0"/>
                <a:cs typeface="Times New Roman" panose="02020603050405020304" pitchFamily="18" charset="0"/>
              </a:rPr>
              <a:t>over simulation time, respectively. </a:t>
            </a:r>
          </a:p>
          <a:p>
            <a:pPr marL="285750" indent="-285750">
              <a:buFont typeface="Wingdings" panose="05000000000000000000" pitchFamily="2" charset="2"/>
              <a:buChar char="Ø"/>
            </a:pPr>
            <a:r>
              <a:rPr lang="en-US" sz="1400">
                <a:latin typeface="Times New Roman" panose="02020603050405020304" pitchFamily="18" charset="0"/>
                <a:cs typeface="Times New Roman" panose="02020603050405020304" pitchFamily="18" charset="0"/>
              </a:rPr>
              <a:t>See </a:t>
            </a:r>
            <a:r>
              <a:rPr lang="en-US" sz="1400">
                <a:solidFill>
                  <a:schemeClr val="accent2"/>
                </a:solidFill>
                <a:latin typeface="Times New Roman" panose="02020603050405020304" pitchFamily="18" charset="0"/>
                <a:cs typeface="Times New Roman" panose="02020603050405020304" pitchFamily="18" charset="0"/>
              </a:rPr>
              <a:t>Fig.14</a:t>
            </a:r>
            <a:r>
              <a:rPr lang="en-US" sz="1400">
                <a:latin typeface="Times New Roman" panose="02020603050405020304" pitchFamily="18" charset="0"/>
                <a:cs typeface="Times New Roman" panose="02020603050405020304" pitchFamily="18" charset="0"/>
              </a:rPr>
              <a:t> for power outputs at PCC. and </a:t>
            </a:r>
            <a:r>
              <a:rPr lang="en-US" sz="1400">
                <a:solidFill>
                  <a:schemeClr val="accent2"/>
                </a:solidFill>
                <a:latin typeface="Times New Roman" panose="02020603050405020304" pitchFamily="18" charset="0"/>
                <a:cs typeface="Times New Roman" panose="02020603050405020304" pitchFamily="18" charset="0"/>
              </a:rPr>
              <a:t>Fig.15 </a:t>
            </a:r>
            <a:r>
              <a:rPr lang="en-US" sz="1400">
                <a:latin typeface="Times New Roman" panose="02020603050405020304" pitchFamily="18" charset="0"/>
                <a:cs typeface="Times New Roman" panose="02020603050405020304" pitchFamily="18" charset="0"/>
              </a:rPr>
              <a:t>below for the output waveforms of PCC currents id, iq and reference currents from active and reactive power control scheme idref, iqref follow each other.</a:t>
            </a:r>
          </a:p>
        </p:txBody>
      </p:sp>
      <p:pic>
        <p:nvPicPr>
          <p:cNvPr id="9" name="Picture 8">
            <a:extLst>
              <a:ext uri="{FF2B5EF4-FFF2-40B4-BE49-F238E27FC236}">
                <a16:creationId xmlns:a16="http://schemas.microsoft.com/office/drawing/2014/main" id="{4548066F-8FA0-9811-21C0-690C7A0C72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495" y="2608866"/>
            <a:ext cx="4020546" cy="2609131"/>
          </a:xfrm>
          <a:prstGeom prst="rect">
            <a:avLst/>
          </a:prstGeom>
        </p:spPr>
      </p:pic>
      <p:pic>
        <p:nvPicPr>
          <p:cNvPr id="4" name="Picture 3">
            <a:extLst>
              <a:ext uri="{FF2B5EF4-FFF2-40B4-BE49-F238E27FC236}">
                <a16:creationId xmlns:a16="http://schemas.microsoft.com/office/drawing/2014/main" id="{F6296B6E-8AED-E1C1-0C48-25BCEF31CC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6961" y="2533634"/>
            <a:ext cx="3598765" cy="2699073"/>
          </a:xfrm>
          <a:prstGeom prst="rect">
            <a:avLst/>
          </a:prstGeom>
        </p:spPr>
      </p:pic>
      <p:sp>
        <p:nvSpPr>
          <p:cNvPr id="7" name="TextBox 6">
            <a:extLst>
              <a:ext uri="{FF2B5EF4-FFF2-40B4-BE49-F238E27FC236}">
                <a16:creationId xmlns:a16="http://schemas.microsoft.com/office/drawing/2014/main" id="{3F8185C1-2E6C-BE4D-8B3F-174D9375C2B8}"/>
              </a:ext>
            </a:extLst>
          </p:cNvPr>
          <p:cNvSpPr txBox="1"/>
          <p:nvPr/>
        </p:nvSpPr>
        <p:spPr>
          <a:xfrm>
            <a:off x="953642" y="5196057"/>
            <a:ext cx="2999133" cy="307777"/>
          </a:xfrm>
          <a:prstGeom prst="rect">
            <a:avLst/>
          </a:prstGeom>
          <a:noFill/>
        </p:spPr>
        <p:txBody>
          <a:bodyPr wrap="square">
            <a:spAutoFit/>
          </a:bodyPr>
          <a:lstStyle/>
          <a:p>
            <a:r>
              <a:rPr lang="en-US" sz="1400">
                <a:latin typeface="Times New Roman" panose="02020603050405020304" pitchFamily="18" charset="0"/>
                <a:cs typeface="Times New Roman" panose="02020603050405020304" pitchFamily="18" charset="0"/>
              </a:rPr>
              <a:t>Fig.14  PCC powers in PSCAD design </a:t>
            </a:r>
            <a:endParaRPr lang="en-IN" sz="1400"/>
          </a:p>
        </p:txBody>
      </p:sp>
      <p:sp>
        <p:nvSpPr>
          <p:cNvPr id="10" name="TextBox 9">
            <a:extLst>
              <a:ext uri="{FF2B5EF4-FFF2-40B4-BE49-F238E27FC236}">
                <a16:creationId xmlns:a16="http://schemas.microsoft.com/office/drawing/2014/main" id="{F0A469C1-E672-D262-021C-CA7E4D267925}"/>
              </a:ext>
            </a:extLst>
          </p:cNvPr>
          <p:cNvSpPr txBox="1"/>
          <p:nvPr/>
        </p:nvSpPr>
        <p:spPr>
          <a:xfrm>
            <a:off x="5331076" y="5174957"/>
            <a:ext cx="4596848" cy="307777"/>
          </a:xfrm>
          <a:prstGeom prst="rect">
            <a:avLst/>
          </a:prstGeom>
          <a:noFill/>
        </p:spPr>
        <p:txBody>
          <a:bodyPr wrap="square">
            <a:spAutoFit/>
          </a:bodyPr>
          <a:lstStyle/>
          <a:p>
            <a:r>
              <a:rPr lang="en-US" sz="1400">
                <a:latin typeface="Times New Roman" panose="02020603050405020304" pitchFamily="18" charset="0"/>
                <a:cs typeface="Times New Roman" panose="02020603050405020304" pitchFamily="18" charset="0"/>
              </a:rPr>
              <a:t>Fig.15  d-q currents and references  </a:t>
            </a:r>
            <a:endParaRPr lang="en-IN" sz="1400"/>
          </a:p>
        </p:txBody>
      </p:sp>
      <p:sp>
        <p:nvSpPr>
          <p:cNvPr id="3" name="TextBox 2">
            <a:extLst>
              <a:ext uri="{FF2B5EF4-FFF2-40B4-BE49-F238E27FC236}">
                <a16:creationId xmlns:a16="http://schemas.microsoft.com/office/drawing/2014/main" id="{6694A1C0-B8E0-D532-311D-D8B97587B757}"/>
              </a:ext>
            </a:extLst>
          </p:cNvPr>
          <p:cNvSpPr txBox="1"/>
          <p:nvPr/>
        </p:nvSpPr>
        <p:spPr>
          <a:xfrm>
            <a:off x="83838" y="5632790"/>
            <a:ext cx="8340745" cy="307777"/>
          </a:xfrm>
          <a:prstGeom prst="rect">
            <a:avLst/>
          </a:prstGeom>
          <a:noFill/>
        </p:spPr>
        <p:txBody>
          <a:bodyPr wrap="none" rtlCol="0">
            <a:spAutoFit/>
          </a:bodyPr>
          <a:lstStyle/>
          <a:p>
            <a:pPr marL="285750" indent="-285750">
              <a:buFont typeface="Wingdings" panose="05000000000000000000" pitchFamily="2" charset="2"/>
              <a:buChar char="Ø"/>
            </a:pPr>
            <a:r>
              <a:rPr lang="en-IN" sz="1400">
                <a:latin typeface="Times New Roman" panose="02020603050405020304" pitchFamily="18" charset="0"/>
                <a:cs typeface="Times New Roman" panose="02020603050405020304" pitchFamily="18" charset="0"/>
              </a:rPr>
              <a:t>It is observed that Power outputs follow the inputs and </a:t>
            </a:r>
            <a:r>
              <a:rPr lang="en-IN" sz="1400">
                <a:solidFill>
                  <a:schemeClr val="accent2"/>
                </a:solidFill>
                <a:latin typeface="Times New Roman" panose="02020603050405020304" pitchFamily="18" charset="0"/>
                <a:cs typeface="Times New Roman" panose="02020603050405020304" pitchFamily="18" charset="0"/>
              </a:rPr>
              <a:t>actual currents accurately tracking reference currents</a:t>
            </a:r>
            <a:r>
              <a:rPr lang="en-IN" sz="1400">
                <a:latin typeface="Times New Roman" panose="02020603050405020304" pitchFamily="18" charset="0"/>
                <a:cs typeface="Times New Roman" panose="02020603050405020304" pitchFamily="18" charset="0"/>
              </a:rPr>
              <a:t>. </a:t>
            </a:r>
          </a:p>
        </p:txBody>
      </p:sp>
      <p:sp>
        <p:nvSpPr>
          <p:cNvPr id="6" name="Rectangle 5">
            <a:extLst>
              <a:ext uri="{FF2B5EF4-FFF2-40B4-BE49-F238E27FC236}">
                <a16:creationId xmlns:a16="http://schemas.microsoft.com/office/drawing/2014/main" id="{80C80281-2CD7-46EA-9789-06E039F29C0C}"/>
              </a:ext>
            </a:extLst>
          </p:cNvPr>
          <p:cNvSpPr/>
          <p:nvPr/>
        </p:nvSpPr>
        <p:spPr>
          <a:xfrm>
            <a:off x="-1910" y="6356197"/>
            <a:ext cx="9145911" cy="482367"/>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a:solidFill>
                  <a:schemeClr val="tx1"/>
                </a:solidFill>
                <a:latin typeface="Times New Roman"/>
                <a:cs typeface="Times New Roman"/>
              </a:rPr>
              <a:t>End-Semester Evaluation</a:t>
            </a:r>
            <a:r>
              <a:rPr lang="en-US" sz="1400">
                <a:solidFill>
                  <a:schemeClr val="tx1"/>
                </a:solidFill>
                <a:latin typeface="Times New Roman"/>
                <a:cs typeface="Times New Roman"/>
              </a:rPr>
              <a:t>                                       </a:t>
            </a:r>
            <a:r>
              <a:rPr lang="en-US" sz="1600">
                <a:solidFill>
                  <a:schemeClr val="tx1"/>
                </a:solidFill>
                <a:latin typeface="Times New Roman"/>
                <a:cs typeface="Times New Roman"/>
              </a:rPr>
              <a:t>Maloth Karthikeya                                                         12          </a:t>
            </a:r>
          </a:p>
        </p:txBody>
      </p:sp>
    </p:spTree>
    <p:extLst>
      <p:ext uri="{BB962C8B-B14F-4D97-AF65-F5344CB8AC3E}">
        <p14:creationId xmlns:p14="http://schemas.microsoft.com/office/powerpoint/2010/main" val="3584079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BEFE8-7E55-232D-6926-C162AC3D9439}"/>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43CA3A88-30F0-4883-8872-3F8085F08F12}"/>
              </a:ext>
            </a:extLst>
          </p:cNvPr>
          <p:cNvSpPr/>
          <p:nvPr/>
        </p:nvSpPr>
        <p:spPr>
          <a:xfrm>
            <a:off x="-1911" y="6273249"/>
            <a:ext cx="9145911" cy="63773"/>
          </a:xfrm>
          <a:prstGeom prst="rect">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F086949D-7A92-5750-6746-E7D035029A5B}"/>
              </a:ext>
            </a:extLst>
          </p:cNvPr>
          <p:cNvSpPr/>
          <p:nvPr/>
        </p:nvSpPr>
        <p:spPr>
          <a:xfrm>
            <a:off x="0" y="1010414"/>
            <a:ext cx="9144000" cy="63773"/>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itle 1">
            <a:extLst>
              <a:ext uri="{FF2B5EF4-FFF2-40B4-BE49-F238E27FC236}">
                <a16:creationId xmlns:a16="http://schemas.microsoft.com/office/drawing/2014/main" id="{1331BE6F-8D3C-FE48-B9F4-264B02C6456E}"/>
              </a:ext>
            </a:extLst>
          </p:cNvPr>
          <p:cNvSpPr>
            <a:spLocks noGrp="1"/>
          </p:cNvSpPr>
          <p:nvPr>
            <p:ph type="title"/>
          </p:nvPr>
        </p:nvSpPr>
        <p:spPr>
          <a:xfrm>
            <a:off x="166253" y="196183"/>
            <a:ext cx="4573912" cy="702302"/>
          </a:xfrm>
        </p:spPr>
        <p:txBody>
          <a:bodyPr>
            <a:normAutofit/>
          </a:bodyPr>
          <a:lstStyle/>
          <a:p>
            <a:r>
              <a:rPr lang="en-US" sz="2800" b="1">
                <a:latin typeface="Times New Roman" panose="02020603050405020304" pitchFamily="18" charset="0"/>
                <a:cs typeface="Times New Roman" panose="02020603050405020304" pitchFamily="18" charset="0"/>
              </a:rPr>
              <a:t>Results</a:t>
            </a:r>
            <a:endParaRPr lang="en-US" sz="3000" b="1">
              <a:latin typeface="Times New Roman"/>
              <a:cs typeface="Times New Roman"/>
            </a:endParaRPr>
          </a:p>
        </p:txBody>
      </p:sp>
      <p:sp>
        <p:nvSpPr>
          <p:cNvPr id="7" name="TextBox 6">
            <a:extLst>
              <a:ext uri="{FF2B5EF4-FFF2-40B4-BE49-F238E27FC236}">
                <a16:creationId xmlns:a16="http://schemas.microsoft.com/office/drawing/2014/main" id="{F024CF36-99C2-1E7F-1692-52EF1181A3BE}"/>
              </a:ext>
            </a:extLst>
          </p:cNvPr>
          <p:cNvSpPr txBox="1"/>
          <p:nvPr/>
        </p:nvSpPr>
        <p:spPr>
          <a:xfrm>
            <a:off x="119997" y="1058968"/>
            <a:ext cx="8902093" cy="984885"/>
          </a:xfrm>
          <a:prstGeom prst="rect">
            <a:avLst/>
          </a:prstGeom>
          <a:noFill/>
        </p:spPr>
        <p:txBody>
          <a:bodyPr wrap="square">
            <a:spAutoFit/>
          </a:bodyPr>
          <a:lstStyle/>
          <a:p>
            <a:pPr marL="285750" indent="-285750">
              <a:buFont typeface="Wingdings" panose="05000000000000000000" pitchFamily="2" charset="2"/>
              <a:buChar char="Ø"/>
            </a:pPr>
            <a:r>
              <a:rPr lang="en-US" sz="1400">
                <a:latin typeface="Times New Roman" panose="02020603050405020304" pitchFamily="18" charset="0"/>
                <a:cs typeface="Times New Roman" panose="02020603050405020304" pitchFamily="18" charset="0"/>
              </a:rPr>
              <a:t>Small-signal model MATLAB and PSCAD validation of the HVDC system</a:t>
            </a:r>
          </a:p>
          <a:p>
            <a:pPr marL="742950" lvl="1" indent="-285750">
              <a:buFont typeface="Wingdings" panose="05000000000000000000" pitchFamily="2" charset="2"/>
              <a:buChar char="§"/>
            </a:pPr>
            <a:r>
              <a:rPr lang="en-US" sz="1400">
                <a:latin typeface="Times New Roman" panose="02020603050405020304" pitchFamily="18" charset="0"/>
                <a:cs typeface="Times New Roman" panose="02020603050405020304" pitchFamily="18" charset="0"/>
              </a:rPr>
              <a:t>A small-signal linearized state-space model of the system is designed in MATLAB with the same parameters as in PSCAD design.</a:t>
            </a:r>
          </a:p>
          <a:p>
            <a:pPr marL="742950" lvl="1" indent="-285750">
              <a:buFont typeface="Wingdings" panose="05000000000000000000" pitchFamily="2" charset="2"/>
              <a:buChar char="§"/>
            </a:pPr>
            <a:r>
              <a:rPr lang="en-US" sz="1400">
                <a:latin typeface="Times New Roman" panose="02020603050405020304" pitchFamily="18" charset="0"/>
                <a:cs typeface="Times New Roman" panose="02020603050405020304" pitchFamily="18" charset="0"/>
              </a:rPr>
              <a:t> The outputs of Filtered currents, Filtered voltages and Power integrators are validated</a:t>
            </a:r>
            <a:r>
              <a:rPr lang="en-US" sz="1600">
                <a:latin typeface="Times New Roman" panose="02020603050405020304" pitchFamily="18" charset="0"/>
                <a:cs typeface="Times New Roman" panose="02020603050405020304" pitchFamily="18" charset="0"/>
              </a:rPr>
              <a:t>.</a:t>
            </a:r>
            <a:endParaRPr lang="en-IN" sz="1600"/>
          </a:p>
        </p:txBody>
      </p:sp>
      <p:pic>
        <p:nvPicPr>
          <p:cNvPr id="15" name="Picture 14">
            <a:extLst>
              <a:ext uri="{FF2B5EF4-FFF2-40B4-BE49-F238E27FC236}">
                <a16:creationId xmlns:a16="http://schemas.microsoft.com/office/drawing/2014/main" id="{235AAFB6-00BE-6741-986A-6BF607D0129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7859" y="2152324"/>
            <a:ext cx="2115350" cy="1561799"/>
          </a:xfrm>
          <a:prstGeom prst="rect">
            <a:avLst/>
          </a:prstGeom>
        </p:spPr>
      </p:pic>
      <p:pic>
        <p:nvPicPr>
          <p:cNvPr id="20" name="Picture 19">
            <a:extLst>
              <a:ext uri="{FF2B5EF4-FFF2-40B4-BE49-F238E27FC236}">
                <a16:creationId xmlns:a16="http://schemas.microsoft.com/office/drawing/2014/main" id="{EE4A8154-B382-021D-A177-168B307DA6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63122" y="2045461"/>
            <a:ext cx="2409938" cy="1971768"/>
          </a:xfrm>
          <a:prstGeom prst="rect">
            <a:avLst/>
          </a:prstGeom>
        </p:spPr>
      </p:pic>
      <p:pic>
        <p:nvPicPr>
          <p:cNvPr id="22" name="Picture 21">
            <a:extLst>
              <a:ext uri="{FF2B5EF4-FFF2-40B4-BE49-F238E27FC236}">
                <a16:creationId xmlns:a16="http://schemas.microsoft.com/office/drawing/2014/main" id="{3B3F174F-6C8C-1BA7-A8EA-88F5EC54B2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51380" y="1978765"/>
            <a:ext cx="2546996" cy="2106259"/>
          </a:xfrm>
          <a:prstGeom prst="rect">
            <a:avLst/>
          </a:prstGeom>
        </p:spPr>
      </p:pic>
      <p:pic>
        <p:nvPicPr>
          <p:cNvPr id="25" name="Picture 24">
            <a:extLst>
              <a:ext uri="{FF2B5EF4-FFF2-40B4-BE49-F238E27FC236}">
                <a16:creationId xmlns:a16="http://schemas.microsoft.com/office/drawing/2014/main" id="{42A0BA93-D97C-7B5E-EA67-24221354FE5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7859" y="4193665"/>
            <a:ext cx="2320136" cy="1994726"/>
          </a:xfrm>
          <a:prstGeom prst="rect">
            <a:avLst/>
          </a:prstGeom>
        </p:spPr>
      </p:pic>
      <p:sp>
        <p:nvSpPr>
          <p:cNvPr id="27" name="TextBox 26">
            <a:extLst>
              <a:ext uri="{FF2B5EF4-FFF2-40B4-BE49-F238E27FC236}">
                <a16:creationId xmlns:a16="http://schemas.microsoft.com/office/drawing/2014/main" id="{2453F326-12EC-4A8B-14F9-169CC6A7364B}"/>
              </a:ext>
            </a:extLst>
          </p:cNvPr>
          <p:cNvSpPr txBox="1"/>
          <p:nvPr/>
        </p:nvSpPr>
        <p:spPr>
          <a:xfrm>
            <a:off x="404812" y="3757518"/>
            <a:ext cx="2858310" cy="276999"/>
          </a:xfrm>
          <a:prstGeom prst="rect">
            <a:avLst/>
          </a:prstGeom>
          <a:noFill/>
        </p:spPr>
        <p:txBody>
          <a:bodyPr wrap="square">
            <a:spAutoFit/>
          </a:bodyPr>
          <a:lstStyle/>
          <a:p>
            <a:r>
              <a:rPr lang="en-US" sz="1200" b="1">
                <a:solidFill>
                  <a:schemeClr val="accent2"/>
                </a:solidFill>
                <a:latin typeface="Times New Roman" panose="02020603050405020304" pitchFamily="18" charset="0"/>
                <a:cs typeface="Times New Roman" panose="02020603050405020304" pitchFamily="18" charset="0"/>
              </a:rPr>
              <a:t>Fig.16  Inputs of Pref and Qref</a:t>
            </a:r>
            <a:endParaRPr lang="en-IN" sz="1200" b="1">
              <a:solidFill>
                <a:schemeClr val="accent2"/>
              </a:solidFill>
            </a:endParaRPr>
          </a:p>
        </p:txBody>
      </p:sp>
      <p:sp>
        <p:nvSpPr>
          <p:cNvPr id="30" name="TextBox 29">
            <a:extLst>
              <a:ext uri="{FF2B5EF4-FFF2-40B4-BE49-F238E27FC236}">
                <a16:creationId xmlns:a16="http://schemas.microsoft.com/office/drawing/2014/main" id="{3A3C2D35-9645-4194-E597-3EAA839E2DAC}"/>
              </a:ext>
            </a:extLst>
          </p:cNvPr>
          <p:cNvSpPr txBox="1"/>
          <p:nvPr/>
        </p:nvSpPr>
        <p:spPr>
          <a:xfrm>
            <a:off x="3497855" y="4098242"/>
            <a:ext cx="2858310" cy="276999"/>
          </a:xfrm>
          <a:prstGeom prst="rect">
            <a:avLst/>
          </a:prstGeom>
          <a:noFill/>
        </p:spPr>
        <p:txBody>
          <a:bodyPr wrap="square">
            <a:spAutoFit/>
          </a:bodyPr>
          <a:lstStyle/>
          <a:p>
            <a:r>
              <a:rPr lang="en-US" sz="1200">
                <a:latin typeface="Times New Roman" panose="02020603050405020304" pitchFamily="18" charset="0"/>
                <a:cs typeface="Times New Roman" panose="02020603050405020304" pitchFamily="18" charset="0"/>
              </a:rPr>
              <a:t>Fig.17  Power control integrators</a:t>
            </a:r>
            <a:endParaRPr lang="en-IN" sz="1200"/>
          </a:p>
        </p:txBody>
      </p:sp>
      <p:sp>
        <p:nvSpPr>
          <p:cNvPr id="3" name="TextBox 2">
            <a:extLst>
              <a:ext uri="{FF2B5EF4-FFF2-40B4-BE49-F238E27FC236}">
                <a16:creationId xmlns:a16="http://schemas.microsoft.com/office/drawing/2014/main" id="{7C937A5B-CC0A-6B9B-AE73-CE339CF1C6D6}"/>
              </a:ext>
            </a:extLst>
          </p:cNvPr>
          <p:cNvSpPr txBox="1"/>
          <p:nvPr/>
        </p:nvSpPr>
        <p:spPr>
          <a:xfrm>
            <a:off x="6722822" y="4086597"/>
            <a:ext cx="2858310" cy="276999"/>
          </a:xfrm>
          <a:prstGeom prst="rect">
            <a:avLst/>
          </a:prstGeom>
          <a:noFill/>
        </p:spPr>
        <p:txBody>
          <a:bodyPr wrap="square">
            <a:spAutoFit/>
          </a:bodyPr>
          <a:lstStyle/>
          <a:p>
            <a:r>
              <a:rPr lang="en-US" sz="1200">
                <a:latin typeface="Times New Roman" panose="02020603050405020304" pitchFamily="18" charset="0"/>
                <a:cs typeface="Times New Roman" panose="02020603050405020304" pitchFamily="18" charset="0"/>
              </a:rPr>
              <a:t>Fig.18  Filtered currents </a:t>
            </a:r>
            <a:endParaRPr lang="en-IN" sz="1200"/>
          </a:p>
        </p:txBody>
      </p:sp>
      <p:sp>
        <p:nvSpPr>
          <p:cNvPr id="4" name="TextBox 3">
            <a:extLst>
              <a:ext uri="{FF2B5EF4-FFF2-40B4-BE49-F238E27FC236}">
                <a16:creationId xmlns:a16="http://schemas.microsoft.com/office/drawing/2014/main" id="{73A3D412-11C8-C699-257B-281E047898AC}"/>
              </a:ext>
            </a:extLst>
          </p:cNvPr>
          <p:cNvSpPr txBox="1"/>
          <p:nvPr/>
        </p:nvSpPr>
        <p:spPr>
          <a:xfrm>
            <a:off x="2657995" y="5691509"/>
            <a:ext cx="2858310" cy="276999"/>
          </a:xfrm>
          <a:prstGeom prst="rect">
            <a:avLst/>
          </a:prstGeom>
          <a:noFill/>
        </p:spPr>
        <p:txBody>
          <a:bodyPr wrap="square">
            <a:spAutoFit/>
          </a:bodyPr>
          <a:lstStyle/>
          <a:p>
            <a:r>
              <a:rPr lang="en-US" sz="1200">
                <a:latin typeface="Times New Roman" panose="02020603050405020304" pitchFamily="18" charset="0"/>
                <a:cs typeface="Times New Roman" panose="02020603050405020304" pitchFamily="18" charset="0"/>
              </a:rPr>
              <a:t>Fig.19  Filtered Voltages </a:t>
            </a:r>
            <a:endParaRPr lang="en-IN" sz="1200"/>
          </a:p>
        </p:txBody>
      </p:sp>
      <p:sp>
        <p:nvSpPr>
          <p:cNvPr id="6" name="TextBox 5">
            <a:extLst>
              <a:ext uri="{FF2B5EF4-FFF2-40B4-BE49-F238E27FC236}">
                <a16:creationId xmlns:a16="http://schemas.microsoft.com/office/drawing/2014/main" id="{F2D02CF9-BA5C-BFDD-1B7A-BC50F2C692FA}"/>
              </a:ext>
            </a:extLst>
          </p:cNvPr>
          <p:cNvSpPr txBox="1"/>
          <p:nvPr/>
        </p:nvSpPr>
        <p:spPr>
          <a:xfrm>
            <a:off x="2896023" y="4648105"/>
            <a:ext cx="6036905" cy="738664"/>
          </a:xfrm>
          <a:prstGeom prst="rect">
            <a:avLst/>
          </a:prstGeom>
          <a:noFill/>
        </p:spPr>
        <p:txBody>
          <a:bodyPr wrap="square">
            <a:spAutoFit/>
          </a:bodyPr>
          <a:lstStyle/>
          <a:p>
            <a:pPr marL="285750" indent="-285750">
              <a:buFont typeface="Wingdings" panose="05000000000000000000" pitchFamily="2" charset="2"/>
              <a:buChar char="§"/>
            </a:pPr>
            <a:r>
              <a:rPr lang="en-US" sz="1400">
                <a:latin typeface="Times New Roman" panose="02020603050405020304" pitchFamily="18" charset="0"/>
                <a:cs typeface="Times New Roman" panose="02020603050405020304" pitchFamily="18" charset="0"/>
              </a:rPr>
              <a:t>It is observed that the </a:t>
            </a:r>
            <a:r>
              <a:rPr lang="en-US" sz="1400">
                <a:solidFill>
                  <a:schemeClr val="accent2"/>
                </a:solidFill>
                <a:latin typeface="Times New Roman" panose="02020603050405020304" pitchFamily="18" charset="0"/>
                <a:cs typeface="Times New Roman" panose="02020603050405020304" pitchFamily="18" charset="0"/>
              </a:rPr>
              <a:t>results obtained from both the PSCAD</a:t>
            </a:r>
          </a:p>
          <a:p>
            <a:r>
              <a:rPr lang="en-US" sz="1400">
                <a:solidFill>
                  <a:schemeClr val="accent2"/>
                </a:solidFill>
                <a:latin typeface="Times New Roman" panose="02020603050405020304" pitchFamily="18" charset="0"/>
                <a:cs typeface="Times New Roman" panose="02020603050405020304" pitchFamily="18" charset="0"/>
              </a:rPr>
              <a:t>       and MATLAB are accurately tracking each other</a:t>
            </a:r>
            <a:r>
              <a:rPr lang="en-US" sz="1400">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
            </a:pPr>
            <a:r>
              <a:rPr lang="en-US" sz="1400">
                <a:latin typeface="Times New Roman" panose="02020603050405020304" pitchFamily="18" charset="0"/>
                <a:cs typeface="Times New Roman" panose="02020603050405020304" pitchFamily="18" charset="0"/>
              </a:rPr>
              <a:t>This confirms that the </a:t>
            </a:r>
            <a:r>
              <a:rPr lang="en-US" sz="1400">
                <a:solidFill>
                  <a:schemeClr val="accent2"/>
                </a:solidFill>
                <a:latin typeface="Times New Roman" panose="02020603050405020304" pitchFamily="18" charset="0"/>
                <a:cs typeface="Times New Roman" panose="02020603050405020304" pitchFamily="18" charset="0"/>
              </a:rPr>
              <a:t>both models are identical </a:t>
            </a:r>
            <a:r>
              <a:rPr lang="en-US" sz="1400">
                <a:latin typeface="Times New Roman" panose="02020603050405020304" pitchFamily="18" charset="0"/>
                <a:cs typeface="Times New Roman" panose="02020603050405020304" pitchFamily="18" charset="0"/>
              </a:rPr>
              <a:t>under specified parameters.</a:t>
            </a:r>
            <a:endParaRPr lang="en-IN" sz="1400"/>
          </a:p>
        </p:txBody>
      </p:sp>
      <p:sp>
        <p:nvSpPr>
          <p:cNvPr id="5" name="Rectangle 4">
            <a:extLst>
              <a:ext uri="{FF2B5EF4-FFF2-40B4-BE49-F238E27FC236}">
                <a16:creationId xmlns:a16="http://schemas.microsoft.com/office/drawing/2014/main" id="{C3A8F2CD-2605-42B4-A934-8DEBB6935B54}"/>
              </a:ext>
            </a:extLst>
          </p:cNvPr>
          <p:cNvSpPr/>
          <p:nvPr/>
        </p:nvSpPr>
        <p:spPr>
          <a:xfrm>
            <a:off x="-1910" y="6356197"/>
            <a:ext cx="9145911" cy="482367"/>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a:solidFill>
                  <a:schemeClr val="tx1"/>
                </a:solidFill>
                <a:latin typeface="Times New Roman"/>
                <a:cs typeface="Times New Roman"/>
              </a:rPr>
              <a:t>End-Semester Evaluation</a:t>
            </a:r>
            <a:r>
              <a:rPr lang="en-US" sz="1400">
                <a:solidFill>
                  <a:schemeClr val="tx1"/>
                </a:solidFill>
                <a:latin typeface="Times New Roman"/>
                <a:cs typeface="Times New Roman"/>
              </a:rPr>
              <a:t>                                       </a:t>
            </a:r>
            <a:r>
              <a:rPr lang="en-US" sz="1600">
                <a:solidFill>
                  <a:schemeClr val="tx1"/>
                </a:solidFill>
                <a:latin typeface="Times New Roman"/>
                <a:cs typeface="Times New Roman"/>
              </a:rPr>
              <a:t>Maloth Karthikeya                                                         13          </a:t>
            </a:r>
          </a:p>
        </p:txBody>
      </p:sp>
    </p:spTree>
    <p:extLst>
      <p:ext uri="{BB962C8B-B14F-4D97-AF65-F5344CB8AC3E}">
        <p14:creationId xmlns:p14="http://schemas.microsoft.com/office/powerpoint/2010/main" val="766458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0" grpId="0"/>
      <p:bldP spid="3" grpId="0"/>
      <p:bldP spid="4" grpId="0"/>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357FC-816A-7159-1159-5A281113132C}"/>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727910E9-07F2-5121-72F1-14FB28AA9E59}"/>
              </a:ext>
            </a:extLst>
          </p:cNvPr>
          <p:cNvSpPr/>
          <p:nvPr/>
        </p:nvSpPr>
        <p:spPr>
          <a:xfrm>
            <a:off x="-1911" y="6273249"/>
            <a:ext cx="9145911" cy="63773"/>
          </a:xfrm>
          <a:prstGeom prst="rect">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C280FE2E-FBA0-FB96-8AA3-B68E9D0D0351}"/>
              </a:ext>
            </a:extLst>
          </p:cNvPr>
          <p:cNvSpPr/>
          <p:nvPr/>
        </p:nvSpPr>
        <p:spPr>
          <a:xfrm>
            <a:off x="-1912" y="603062"/>
            <a:ext cx="9144000" cy="63773"/>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itle 1">
            <a:extLst>
              <a:ext uri="{FF2B5EF4-FFF2-40B4-BE49-F238E27FC236}">
                <a16:creationId xmlns:a16="http://schemas.microsoft.com/office/drawing/2014/main" id="{4D5C39BE-B537-862A-A5DC-A644ABA97D7C}"/>
              </a:ext>
            </a:extLst>
          </p:cNvPr>
          <p:cNvSpPr>
            <a:spLocks noGrp="1"/>
          </p:cNvSpPr>
          <p:nvPr>
            <p:ph type="title"/>
          </p:nvPr>
        </p:nvSpPr>
        <p:spPr>
          <a:xfrm>
            <a:off x="166253" y="43478"/>
            <a:ext cx="4573912" cy="702302"/>
          </a:xfrm>
        </p:spPr>
        <p:txBody>
          <a:bodyPr>
            <a:normAutofit/>
          </a:bodyPr>
          <a:lstStyle/>
          <a:p>
            <a:r>
              <a:rPr lang="en-US" sz="3200" b="1">
                <a:latin typeface="Times New Roman" panose="02020603050405020304" pitchFamily="18" charset="0"/>
                <a:cs typeface="Times New Roman" panose="02020603050405020304" pitchFamily="18" charset="0"/>
              </a:rPr>
              <a:t>Results</a:t>
            </a:r>
            <a:endParaRPr lang="en-US" sz="3000" b="1">
              <a:latin typeface="Times New Roman"/>
              <a:cs typeface="Times New Roman"/>
            </a:endParaRPr>
          </a:p>
        </p:txBody>
      </p:sp>
      <p:sp>
        <p:nvSpPr>
          <p:cNvPr id="3" name="TextBox 2">
            <a:extLst>
              <a:ext uri="{FF2B5EF4-FFF2-40B4-BE49-F238E27FC236}">
                <a16:creationId xmlns:a16="http://schemas.microsoft.com/office/drawing/2014/main" id="{1F5DBBCA-434B-E849-85D6-C4764F97919F}"/>
              </a:ext>
            </a:extLst>
          </p:cNvPr>
          <p:cNvSpPr txBox="1"/>
          <p:nvPr/>
        </p:nvSpPr>
        <p:spPr>
          <a:xfrm>
            <a:off x="-41241" y="735388"/>
            <a:ext cx="9222658" cy="307777"/>
          </a:xfrm>
          <a:prstGeom prst="rect">
            <a:avLst/>
          </a:prstGeom>
          <a:noFill/>
        </p:spPr>
        <p:txBody>
          <a:bodyPr wrap="square">
            <a:spAutoFit/>
          </a:bodyPr>
          <a:lstStyle/>
          <a:p>
            <a:pPr marL="285750" indent="-285750">
              <a:buFont typeface="Wingdings" panose="05000000000000000000" pitchFamily="2" charset="2"/>
              <a:buChar char="Ø"/>
            </a:pPr>
            <a:r>
              <a:rPr lang="en-US" sz="1400">
                <a:latin typeface="Times New Roman" panose="02020603050405020304" pitchFamily="18" charset="0"/>
                <a:cs typeface="Times New Roman" panose="02020603050405020304" pitchFamily="18" charset="0"/>
              </a:rPr>
              <a:t>Below are the MATLAB imported PSCAD simulation results of </a:t>
            </a:r>
            <a:r>
              <a:rPr lang="en-US" sz="1400" b="1">
                <a:solidFill>
                  <a:schemeClr val="accent2"/>
                </a:solidFill>
                <a:latin typeface="Times New Roman" panose="02020603050405020304" pitchFamily="18" charset="0"/>
                <a:cs typeface="Times New Roman" panose="02020603050405020304" pitchFamily="18" charset="0"/>
              </a:rPr>
              <a:t>4-terminal HVDC system</a:t>
            </a:r>
            <a:r>
              <a:rPr lang="en-US" sz="140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A4FF9FDF-D710-BFAF-F052-8D5965B7F6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253" y="1226419"/>
            <a:ext cx="3743177" cy="2682407"/>
          </a:xfrm>
          <a:prstGeom prst="rect">
            <a:avLst/>
          </a:prstGeom>
        </p:spPr>
      </p:pic>
      <p:pic>
        <p:nvPicPr>
          <p:cNvPr id="8" name="Picture 7">
            <a:extLst>
              <a:ext uri="{FF2B5EF4-FFF2-40B4-BE49-F238E27FC236}">
                <a16:creationId xmlns:a16="http://schemas.microsoft.com/office/drawing/2014/main" id="{C6A473B5-A451-0CA3-0527-5942B23282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4516" y="1123173"/>
            <a:ext cx="4031173" cy="2888897"/>
          </a:xfrm>
          <a:prstGeom prst="rect">
            <a:avLst/>
          </a:prstGeom>
        </p:spPr>
      </p:pic>
      <p:sp>
        <p:nvSpPr>
          <p:cNvPr id="9" name="TextBox 8">
            <a:extLst>
              <a:ext uri="{FF2B5EF4-FFF2-40B4-BE49-F238E27FC236}">
                <a16:creationId xmlns:a16="http://schemas.microsoft.com/office/drawing/2014/main" id="{1A1BF0F0-1E59-31E3-BDCC-A3A23C7AC6FD}"/>
              </a:ext>
            </a:extLst>
          </p:cNvPr>
          <p:cNvSpPr txBox="1"/>
          <p:nvPr/>
        </p:nvSpPr>
        <p:spPr>
          <a:xfrm>
            <a:off x="639536" y="3933687"/>
            <a:ext cx="3253297" cy="276999"/>
          </a:xfrm>
          <a:prstGeom prst="rect">
            <a:avLst/>
          </a:prstGeom>
          <a:noFill/>
        </p:spPr>
        <p:txBody>
          <a:bodyPr wrap="square">
            <a:spAutoFit/>
          </a:bodyPr>
          <a:lstStyle/>
          <a:p>
            <a:r>
              <a:rPr lang="en-US" sz="1200">
                <a:latin typeface="Times New Roman" panose="02020603050405020304" pitchFamily="18" charset="0"/>
                <a:cs typeface="Times New Roman" panose="02020603050405020304" pitchFamily="18" charset="0"/>
              </a:rPr>
              <a:t>Fig.20  Currents and reference currents in MMC1 </a:t>
            </a:r>
            <a:endParaRPr lang="en-IN" sz="1200"/>
          </a:p>
        </p:txBody>
      </p:sp>
      <p:sp>
        <p:nvSpPr>
          <p:cNvPr id="10" name="TextBox 9">
            <a:extLst>
              <a:ext uri="{FF2B5EF4-FFF2-40B4-BE49-F238E27FC236}">
                <a16:creationId xmlns:a16="http://schemas.microsoft.com/office/drawing/2014/main" id="{EE9B81E4-0480-5072-D125-E2F49E4C6118}"/>
              </a:ext>
            </a:extLst>
          </p:cNvPr>
          <p:cNvSpPr txBox="1"/>
          <p:nvPr/>
        </p:nvSpPr>
        <p:spPr>
          <a:xfrm>
            <a:off x="5401605" y="3983768"/>
            <a:ext cx="3495934" cy="276999"/>
          </a:xfrm>
          <a:prstGeom prst="rect">
            <a:avLst/>
          </a:prstGeom>
          <a:noFill/>
        </p:spPr>
        <p:txBody>
          <a:bodyPr wrap="square">
            <a:spAutoFit/>
          </a:bodyPr>
          <a:lstStyle/>
          <a:p>
            <a:r>
              <a:rPr lang="en-US" sz="1200">
                <a:latin typeface="Times New Roman" panose="02020603050405020304" pitchFamily="18" charset="0"/>
                <a:cs typeface="Times New Roman" panose="02020603050405020304" pitchFamily="18" charset="0"/>
              </a:rPr>
              <a:t>Fig.21  Currents and reference currents in MMC3 </a:t>
            </a:r>
            <a:endParaRPr lang="en-IN" sz="1200"/>
          </a:p>
        </p:txBody>
      </p:sp>
      <p:sp>
        <p:nvSpPr>
          <p:cNvPr id="14" name="TextBox 13">
            <a:extLst>
              <a:ext uri="{FF2B5EF4-FFF2-40B4-BE49-F238E27FC236}">
                <a16:creationId xmlns:a16="http://schemas.microsoft.com/office/drawing/2014/main" id="{B3C6F6FC-1A32-63F0-4C2E-09B739A47E27}"/>
              </a:ext>
            </a:extLst>
          </p:cNvPr>
          <p:cNvSpPr txBox="1"/>
          <p:nvPr/>
        </p:nvSpPr>
        <p:spPr>
          <a:xfrm>
            <a:off x="143286" y="4378418"/>
            <a:ext cx="8754253" cy="307777"/>
          </a:xfrm>
          <a:prstGeom prst="rect">
            <a:avLst/>
          </a:prstGeom>
          <a:noFill/>
        </p:spPr>
        <p:txBody>
          <a:bodyPr wrap="square">
            <a:spAutoFit/>
          </a:bodyPr>
          <a:lstStyle/>
          <a:p>
            <a:pPr marL="285750" indent="-285750">
              <a:buFont typeface="Wingdings" panose="05000000000000000000" pitchFamily="2" charset="2"/>
              <a:buChar char="Ø"/>
            </a:pPr>
            <a:r>
              <a:rPr lang="en-US" sz="1400">
                <a:latin typeface="Times New Roman" panose="02020603050405020304" pitchFamily="18" charset="0"/>
                <a:cs typeface="Times New Roman" panose="02020603050405020304" pitchFamily="18" charset="0"/>
              </a:rPr>
              <a:t>Observe that the currents </a:t>
            </a:r>
            <a:r>
              <a:rPr lang="en-US" sz="1400">
                <a:solidFill>
                  <a:schemeClr val="accent2"/>
                </a:solidFill>
                <a:latin typeface="Times New Roman" panose="02020603050405020304" pitchFamily="18" charset="0"/>
                <a:cs typeface="Times New Roman" panose="02020603050405020304" pitchFamily="18" charset="0"/>
              </a:rPr>
              <a:t>Iod,Ioq </a:t>
            </a:r>
            <a:r>
              <a:rPr lang="en-US" sz="1400">
                <a:latin typeface="Times New Roman" panose="02020603050405020304" pitchFamily="18" charset="0"/>
                <a:cs typeface="Times New Roman" panose="02020603050405020304" pitchFamily="18" charset="0"/>
              </a:rPr>
              <a:t>and reference currents </a:t>
            </a:r>
            <a:r>
              <a:rPr lang="en-US" sz="1400">
                <a:solidFill>
                  <a:schemeClr val="accent2"/>
                </a:solidFill>
                <a:latin typeface="Times New Roman" panose="02020603050405020304" pitchFamily="18" charset="0"/>
                <a:cs typeface="Times New Roman" panose="02020603050405020304" pitchFamily="18" charset="0"/>
              </a:rPr>
              <a:t>Iodred,Ioqref follow each other </a:t>
            </a:r>
            <a:r>
              <a:rPr lang="en-US" sz="1400">
                <a:latin typeface="Times New Roman" panose="02020603050405020304" pitchFamily="18" charset="0"/>
                <a:cs typeface="Times New Roman" panose="02020603050405020304" pitchFamily="18" charset="0"/>
              </a:rPr>
              <a:t>in both the MMCs.</a:t>
            </a:r>
            <a:endParaRPr lang="en-IN" sz="140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30206953-F01F-B9CF-DDC6-935A6ED50F07}"/>
              </a:ext>
            </a:extLst>
          </p:cNvPr>
          <p:cNvSpPr/>
          <p:nvPr/>
        </p:nvSpPr>
        <p:spPr>
          <a:xfrm>
            <a:off x="-1910" y="6356197"/>
            <a:ext cx="9145911" cy="482367"/>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a:solidFill>
                  <a:schemeClr val="tx1"/>
                </a:solidFill>
                <a:latin typeface="Times New Roman"/>
                <a:cs typeface="Times New Roman"/>
              </a:rPr>
              <a:t>End-Semester Evaluation</a:t>
            </a:r>
            <a:r>
              <a:rPr lang="en-US" sz="1400">
                <a:solidFill>
                  <a:schemeClr val="tx1"/>
                </a:solidFill>
                <a:latin typeface="Times New Roman"/>
                <a:cs typeface="Times New Roman"/>
              </a:rPr>
              <a:t>                                       </a:t>
            </a:r>
            <a:r>
              <a:rPr lang="en-US" sz="1600">
                <a:solidFill>
                  <a:schemeClr val="tx1"/>
                </a:solidFill>
                <a:latin typeface="Times New Roman"/>
                <a:cs typeface="Times New Roman"/>
              </a:rPr>
              <a:t>Maloth Karthikeya                                                         14          </a:t>
            </a:r>
          </a:p>
        </p:txBody>
      </p:sp>
    </p:spTree>
    <p:extLst>
      <p:ext uri="{BB962C8B-B14F-4D97-AF65-F5344CB8AC3E}">
        <p14:creationId xmlns:p14="http://schemas.microsoft.com/office/powerpoint/2010/main" val="6675247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2E684-91BE-B5EE-93C2-B368EB297DE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E2A5C144-83F0-0E14-764A-2E6D4ACC99E7}"/>
              </a:ext>
            </a:extLst>
          </p:cNvPr>
          <p:cNvSpPr/>
          <p:nvPr/>
        </p:nvSpPr>
        <p:spPr>
          <a:xfrm>
            <a:off x="-1911" y="6273249"/>
            <a:ext cx="9145911" cy="63773"/>
          </a:xfrm>
          <a:prstGeom prst="rect">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5CFCFF0F-DF30-4A7C-79FD-3DDC90F9FE2C}"/>
              </a:ext>
            </a:extLst>
          </p:cNvPr>
          <p:cNvSpPr/>
          <p:nvPr/>
        </p:nvSpPr>
        <p:spPr>
          <a:xfrm>
            <a:off x="0" y="1010414"/>
            <a:ext cx="9144000" cy="63773"/>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itle 1">
            <a:extLst>
              <a:ext uri="{FF2B5EF4-FFF2-40B4-BE49-F238E27FC236}">
                <a16:creationId xmlns:a16="http://schemas.microsoft.com/office/drawing/2014/main" id="{2A275257-D2D9-CD62-25EF-C6E0CBDCE677}"/>
              </a:ext>
            </a:extLst>
          </p:cNvPr>
          <p:cNvSpPr>
            <a:spLocks noGrp="1"/>
          </p:cNvSpPr>
          <p:nvPr>
            <p:ph type="title"/>
          </p:nvPr>
        </p:nvSpPr>
        <p:spPr>
          <a:xfrm>
            <a:off x="166252" y="196183"/>
            <a:ext cx="5228707" cy="702302"/>
          </a:xfrm>
        </p:spPr>
        <p:txBody>
          <a:bodyPr>
            <a:normAutofit fontScale="90000"/>
          </a:bodyPr>
          <a:lstStyle/>
          <a:p>
            <a:r>
              <a:rPr lang="en-US" sz="3200" b="1">
                <a:latin typeface="Times New Roman" panose="02020603050405020304" pitchFamily="18" charset="0"/>
                <a:cs typeface="Times New Roman" panose="02020603050405020304" pitchFamily="18" charset="0"/>
              </a:rPr>
              <a:t>Conclusions and Future scope</a:t>
            </a:r>
            <a:endParaRPr lang="en-US" sz="3000" b="1">
              <a:latin typeface="Times New Roman"/>
              <a:cs typeface="Times New Roman"/>
            </a:endParaRPr>
          </a:p>
        </p:txBody>
      </p:sp>
      <p:sp>
        <p:nvSpPr>
          <p:cNvPr id="3" name="TextBox 2">
            <a:extLst>
              <a:ext uri="{FF2B5EF4-FFF2-40B4-BE49-F238E27FC236}">
                <a16:creationId xmlns:a16="http://schemas.microsoft.com/office/drawing/2014/main" id="{8E89CDA3-BCE2-BB5F-DAF9-459CB8528BCE}"/>
              </a:ext>
            </a:extLst>
          </p:cNvPr>
          <p:cNvSpPr txBox="1"/>
          <p:nvPr/>
        </p:nvSpPr>
        <p:spPr>
          <a:xfrm>
            <a:off x="0" y="3319450"/>
            <a:ext cx="9144000" cy="1600438"/>
          </a:xfrm>
          <a:prstGeom prst="rect">
            <a:avLst/>
          </a:prstGeom>
          <a:noFill/>
        </p:spPr>
        <p:txBody>
          <a:bodyPr wrap="square">
            <a:spAutoFit/>
          </a:bodyPr>
          <a:lstStyle/>
          <a:p>
            <a:pPr marL="285750" indent="-285750">
              <a:buFont typeface="Wingdings" panose="05000000000000000000" pitchFamily="2" charset="2"/>
              <a:buChar char="Ø"/>
            </a:pPr>
            <a:r>
              <a:rPr lang="en-US" sz="1400" b="1">
                <a:latin typeface="Times New Roman" panose="02020603050405020304" pitchFamily="18" charset="0"/>
                <a:cs typeface="Times New Roman" panose="02020603050405020304" pitchFamily="18" charset="0"/>
              </a:rPr>
              <a:t>Research and future scope</a:t>
            </a:r>
          </a:p>
          <a:p>
            <a:pPr marL="742950" lvl="1" indent="-285750">
              <a:buFont typeface="Arial" panose="020B0604020202020204" pitchFamily="34" charset="0"/>
              <a:buChar char="•"/>
            </a:pPr>
            <a:r>
              <a:rPr lang="en-US" sz="1400">
                <a:latin typeface="Times New Roman" panose="02020603050405020304" pitchFamily="18" charset="0"/>
                <a:cs typeface="Times New Roman" panose="02020603050405020304" pitchFamily="18" charset="0"/>
              </a:rPr>
              <a:t>There are many ideologies to develop from the design of HVDC systems.</a:t>
            </a:r>
          </a:p>
          <a:p>
            <a:pPr marL="742950" lvl="1" indent="-285750">
              <a:buFont typeface="Arial" panose="020B0604020202020204" pitchFamily="34" charset="0"/>
              <a:buChar char="•"/>
            </a:pPr>
            <a:r>
              <a:rPr lang="en-US" sz="1400">
                <a:latin typeface="Times New Roman" panose="02020603050405020304" pitchFamily="18" charset="0"/>
                <a:cs typeface="Times New Roman" panose="02020603050405020304" pitchFamily="18" charset="0"/>
              </a:rPr>
              <a:t>Operating behavior of HVDC system</a:t>
            </a:r>
          </a:p>
          <a:p>
            <a:pPr marL="742950" lvl="1" indent="-285750">
              <a:buFont typeface="Arial" panose="020B0604020202020204" pitchFamily="34" charset="0"/>
              <a:buChar char="•"/>
            </a:pPr>
            <a:r>
              <a:rPr lang="en-US" sz="1400">
                <a:latin typeface="Times New Roman" panose="02020603050405020304" pitchFamily="18" charset="0"/>
                <a:cs typeface="Times New Roman" panose="02020603050405020304" pitchFamily="18" charset="0"/>
              </a:rPr>
              <a:t>Interaction analysis involving HVDC converters and multi-terminal grids.</a:t>
            </a:r>
          </a:p>
          <a:p>
            <a:pPr marL="742950" lvl="1" indent="-285750">
              <a:buFont typeface="Arial" panose="020B0604020202020204" pitchFamily="34" charset="0"/>
              <a:buChar char="•"/>
            </a:pPr>
            <a:r>
              <a:rPr lang="en-IN" sz="1400">
                <a:latin typeface="Times New Roman" panose="02020603050405020304" pitchFamily="18" charset="0"/>
                <a:cs typeface="Times New Roman" panose="02020603050405020304" pitchFamily="18" charset="0"/>
              </a:rPr>
              <a:t>Small-Signal (Linearized) Stability Analysis </a:t>
            </a:r>
          </a:p>
          <a:p>
            <a:pPr marL="742950" lvl="1" indent="-285750">
              <a:buFont typeface="Arial" panose="020B0604020202020204" pitchFamily="34" charset="0"/>
              <a:buChar char="•"/>
            </a:pPr>
            <a:r>
              <a:rPr lang="en-IN" sz="1400">
                <a:latin typeface="Times New Roman" panose="02020603050405020304" pitchFamily="18" charset="0"/>
                <a:cs typeface="Times New Roman" panose="02020603050405020304" pitchFamily="18" charset="0"/>
              </a:rPr>
              <a:t>Frequency-domain stability analysis </a:t>
            </a:r>
          </a:p>
          <a:p>
            <a:pPr marL="742950" lvl="1" indent="-285750">
              <a:buFont typeface="Arial" panose="020B0604020202020204" pitchFamily="34" charset="0"/>
              <a:buChar char="•"/>
            </a:pPr>
            <a:r>
              <a:rPr lang="en-IN" sz="1400">
                <a:latin typeface="Times New Roman" panose="02020603050405020304" pitchFamily="18" charset="0"/>
                <a:cs typeface="Times New Roman" panose="02020603050405020304" pitchFamily="18" charset="0"/>
              </a:rPr>
              <a:t>State-space modelling.</a:t>
            </a:r>
            <a:endParaRPr lang="en-US" sz="140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1896342-F2ED-DBBC-4C59-24FE838DF9CA}"/>
              </a:ext>
            </a:extLst>
          </p:cNvPr>
          <p:cNvSpPr txBox="1"/>
          <p:nvPr/>
        </p:nvSpPr>
        <p:spPr>
          <a:xfrm>
            <a:off x="0" y="1249889"/>
            <a:ext cx="8915567" cy="1815882"/>
          </a:xfrm>
          <a:prstGeom prst="rect">
            <a:avLst/>
          </a:prstGeom>
          <a:noFill/>
        </p:spPr>
        <p:txBody>
          <a:bodyPr wrap="square" lIns="91440" tIns="45720" rIns="91440" bIns="45720" anchor="t">
            <a:spAutoFit/>
          </a:bodyPr>
          <a:lstStyle/>
          <a:p>
            <a:pPr marL="285750" indent="-285750">
              <a:buFont typeface="Wingdings" panose="05000000000000000000" pitchFamily="2" charset="2"/>
              <a:buChar char="Ø"/>
            </a:pPr>
            <a:r>
              <a:rPr lang="en-US" sz="1400">
                <a:latin typeface="Times New Roman" panose="02020603050405020304" pitchFamily="18" charset="0"/>
                <a:cs typeface="Times New Roman" panose="02020603050405020304" pitchFamily="18" charset="0"/>
              </a:rPr>
              <a:t>This project successfully designed and validated primary and secondary control structures for both VSC and MMC-based HVDC systems. </a:t>
            </a:r>
          </a:p>
          <a:p>
            <a:pPr marL="285750" indent="-285750">
              <a:buFont typeface="Wingdings" panose="05000000000000000000" pitchFamily="2" charset="2"/>
              <a:buChar char="Ø"/>
            </a:pPr>
            <a:r>
              <a:rPr lang="en-US" sz="1400">
                <a:latin typeface="Times New Roman"/>
                <a:cs typeface="Times New Roman"/>
              </a:rPr>
              <a:t>PSCAD simulations confirmed stable active/reactive power regulation, while MATLAB small signal model state-space models accurately matched the PSCAD responses.</a:t>
            </a:r>
          </a:p>
          <a:p>
            <a:pPr marL="285750" indent="-285750">
              <a:buFont typeface="Wingdings" panose="05000000000000000000" pitchFamily="2" charset="2"/>
              <a:buChar char="Ø"/>
            </a:pPr>
            <a:r>
              <a:rPr lang="en-US" sz="1400">
                <a:latin typeface="Times New Roman" panose="02020603050405020304" pitchFamily="18" charset="0"/>
                <a:cs typeface="Times New Roman" panose="02020603050405020304" pitchFamily="18" charset="0"/>
              </a:rPr>
              <a:t> The 4-terminal MMC-HVDC system demonstrated proper coordination between PQ-controlled and VdcQ-controlled terminals. </a:t>
            </a:r>
          </a:p>
          <a:p>
            <a:pPr marL="285750" indent="-285750">
              <a:buFont typeface="Wingdings" panose="05000000000000000000" pitchFamily="2" charset="2"/>
              <a:buChar char="Ø"/>
            </a:pPr>
            <a:r>
              <a:rPr lang="en-US" sz="1400">
                <a:latin typeface="Times New Roman" panose="02020603050405020304" pitchFamily="18" charset="0"/>
                <a:cs typeface="Times New Roman" panose="02020603050405020304" pitchFamily="18" charset="0"/>
              </a:rPr>
              <a:t>Overall, the work establishes a reliable modelling and control framework that improves the stability and flexibility of modern HVDC networks.</a:t>
            </a:r>
            <a:endParaRPr lang="en-IN" sz="140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CEC14A95-5040-927B-7110-5F47EC99F809}"/>
              </a:ext>
            </a:extLst>
          </p:cNvPr>
          <p:cNvSpPr/>
          <p:nvPr/>
        </p:nvSpPr>
        <p:spPr>
          <a:xfrm>
            <a:off x="-1910" y="6356197"/>
            <a:ext cx="9145911" cy="482367"/>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a:solidFill>
                  <a:schemeClr val="tx1"/>
                </a:solidFill>
                <a:latin typeface="Times New Roman"/>
                <a:cs typeface="Times New Roman"/>
              </a:rPr>
              <a:t>End-Semester Evaluation</a:t>
            </a:r>
            <a:r>
              <a:rPr lang="en-US" sz="1400">
                <a:solidFill>
                  <a:schemeClr val="tx1"/>
                </a:solidFill>
                <a:latin typeface="Times New Roman"/>
                <a:cs typeface="Times New Roman"/>
              </a:rPr>
              <a:t>                                       </a:t>
            </a:r>
            <a:r>
              <a:rPr lang="en-US" sz="1600">
                <a:solidFill>
                  <a:schemeClr val="tx1"/>
                </a:solidFill>
                <a:latin typeface="Times New Roman"/>
                <a:cs typeface="Times New Roman"/>
              </a:rPr>
              <a:t>Maloth Karthikeya                                                         15          </a:t>
            </a:r>
          </a:p>
        </p:txBody>
      </p:sp>
    </p:spTree>
    <p:extLst>
      <p:ext uri="{BB962C8B-B14F-4D97-AF65-F5344CB8AC3E}">
        <p14:creationId xmlns:p14="http://schemas.microsoft.com/office/powerpoint/2010/main" val="29479191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EDED9-699D-4E10-7E80-C1A8509C2E9D}"/>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50ADB779-CC64-ADF4-6148-F1610A168931}"/>
              </a:ext>
            </a:extLst>
          </p:cNvPr>
          <p:cNvSpPr/>
          <p:nvPr/>
        </p:nvSpPr>
        <p:spPr>
          <a:xfrm>
            <a:off x="-1911" y="6273249"/>
            <a:ext cx="9145911" cy="63773"/>
          </a:xfrm>
          <a:prstGeom prst="rect">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6541D42D-6118-2DAC-D281-F9B365755AF1}"/>
              </a:ext>
            </a:extLst>
          </p:cNvPr>
          <p:cNvSpPr/>
          <p:nvPr/>
        </p:nvSpPr>
        <p:spPr>
          <a:xfrm>
            <a:off x="0" y="1010414"/>
            <a:ext cx="9144000" cy="63773"/>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itle 1">
            <a:extLst>
              <a:ext uri="{FF2B5EF4-FFF2-40B4-BE49-F238E27FC236}">
                <a16:creationId xmlns:a16="http://schemas.microsoft.com/office/drawing/2014/main" id="{91BDF927-A113-7793-78F8-1FA0B36B0944}"/>
              </a:ext>
            </a:extLst>
          </p:cNvPr>
          <p:cNvSpPr>
            <a:spLocks noGrp="1"/>
          </p:cNvSpPr>
          <p:nvPr>
            <p:ph type="title"/>
          </p:nvPr>
        </p:nvSpPr>
        <p:spPr>
          <a:xfrm>
            <a:off x="166253" y="196183"/>
            <a:ext cx="4573912" cy="702302"/>
          </a:xfrm>
        </p:spPr>
        <p:txBody>
          <a:bodyPr>
            <a:normAutofit/>
          </a:bodyPr>
          <a:lstStyle/>
          <a:p>
            <a:r>
              <a:rPr lang="en-US" sz="3200" b="1">
                <a:latin typeface="Times New Roman" panose="02020603050405020304" pitchFamily="18" charset="0"/>
                <a:cs typeface="Times New Roman" panose="02020603050405020304" pitchFamily="18" charset="0"/>
              </a:rPr>
              <a:t>Appendix</a:t>
            </a:r>
            <a:endParaRPr lang="en-US" sz="3000" b="1">
              <a:latin typeface="Times New Roman"/>
              <a:cs typeface="Times New Roman"/>
            </a:endParaRPr>
          </a:p>
        </p:txBody>
      </p:sp>
      <p:sp>
        <p:nvSpPr>
          <p:cNvPr id="3" name="TextBox 2">
            <a:extLst>
              <a:ext uri="{FF2B5EF4-FFF2-40B4-BE49-F238E27FC236}">
                <a16:creationId xmlns:a16="http://schemas.microsoft.com/office/drawing/2014/main" id="{D18A3573-4D94-359F-2A49-7A28A31254E5}"/>
              </a:ext>
            </a:extLst>
          </p:cNvPr>
          <p:cNvSpPr txBox="1"/>
          <p:nvPr/>
        </p:nvSpPr>
        <p:spPr>
          <a:xfrm>
            <a:off x="0" y="1083437"/>
            <a:ext cx="9144000" cy="307777"/>
          </a:xfrm>
          <a:prstGeom prst="rect">
            <a:avLst/>
          </a:prstGeom>
          <a:noFill/>
        </p:spPr>
        <p:txBody>
          <a:bodyPr wrap="square">
            <a:spAutoFit/>
          </a:bodyPr>
          <a:lstStyle/>
          <a:p>
            <a:pPr marL="285750" indent="-285750">
              <a:buFont typeface="Wingdings" panose="05000000000000000000" pitchFamily="2" charset="2"/>
              <a:buChar char="Ø"/>
            </a:pPr>
            <a:r>
              <a:rPr lang="en-US" sz="1400" b="1">
                <a:latin typeface="Times New Roman" panose="02020603050405020304" pitchFamily="18" charset="0"/>
                <a:cs typeface="Times New Roman" panose="02020603050405020304" pitchFamily="18" charset="0"/>
              </a:rPr>
              <a:t>Equations</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A2D4EF9-71FE-6E95-02B8-B9C220D0850B}"/>
                  </a:ext>
                </a:extLst>
              </p:cNvPr>
              <p:cNvSpPr txBox="1"/>
              <p:nvPr/>
            </p:nvSpPr>
            <p:spPr>
              <a:xfrm>
                <a:off x="-688478" y="1692740"/>
                <a:ext cx="5428641" cy="85350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1400" i="1" smtClean="0">
                              <a:latin typeface="Cambria Math" panose="02040503050406030204" pitchFamily="18" charset="0"/>
                            </a:rPr>
                          </m:ctrlPr>
                        </m:sSubPr>
                        <m:e>
                          <m:r>
                            <m:rPr>
                              <m:sty m:val="p"/>
                            </m:rPr>
                            <a:rPr lang="en-IN" sz="1400" b="0" i="1" smtClean="0">
                              <a:latin typeface="Cambria Math" panose="02040503050406030204" pitchFamily="18" charset="0"/>
                            </a:rPr>
                            <m:t>i</m:t>
                          </m:r>
                        </m:e>
                        <m:sub>
                          <m:r>
                            <m:rPr>
                              <m:sty m:val="p"/>
                            </m:rPr>
                            <a:rPr lang="en-IN" sz="1400" b="0" i="1" smtClean="0">
                              <a:latin typeface="Cambria Math" panose="02040503050406030204" pitchFamily="18" charset="0"/>
                            </a:rPr>
                            <m:t>dq</m:t>
                          </m:r>
                          <m:r>
                            <a:rPr lang="en-IN" sz="1400" b="0" i="1" smtClean="0">
                              <a:latin typeface="Cambria Math" panose="02040503050406030204" pitchFamily="18" charset="0"/>
                            </a:rPr>
                            <m:t>0</m:t>
                          </m:r>
                        </m:sub>
                      </m:sSub>
                      <m:r>
                        <a:rPr lang="en-IN" sz="1400" b="0" i="1" smtClean="0">
                          <a:latin typeface="Cambria Math" panose="02040503050406030204" pitchFamily="18" charset="0"/>
                        </a:rPr>
                        <m:t>=</m:t>
                      </m:r>
                      <m:d>
                        <m:dPr>
                          <m:begChr m:val="["/>
                          <m:endChr m:val="]"/>
                          <m:ctrlPr>
                            <a:rPr lang="en-IN" sz="1400" i="1" smtClean="0">
                              <a:latin typeface="Cambria Math" panose="02040503050406030204" pitchFamily="18" charset="0"/>
                            </a:rPr>
                          </m:ctrlPr>
                        </m:dPr>
                        <m:e>
                          <m:m>
                            <m:mPr>
                              <m:mcs>
                                <m:mc>
                                  <m:mcPr>
                                    <m:count m:val="3"/>
                                    <m:mcJc m:val="center"/>
                                  </m:mcPr>
                                </m:mc>
                              </m:mcs>
                              <m:ctrlPr>
                                <a:rPr lang="en-IN" sz="1400" i="1" smtClean="0">
                                  <a:latin typeface="Cambria Math" panose="02040503050406030204" pitchFamily="18" charset="0"/>
                                </a:rPr>
                              </m:ctrlPr>
                            </m:mPr>
                            <m:mr>
                              <m:e>
                                <m:r>
                                  <m:rPr>
                                    <m:sty m:val="p"/>
                                    <m:brk m:alnAt="7"/>
                                  </m:rPr>
                                  <a:rPr lang="en-IN" sz="1400" b="0" i="1" smtClean="0">
                                    <a:latin typeface="Cambria Math" panose="02040503050406030204" pitchFamily="18" charset="0"/>
                                  </a:rPr>
                                  <m:t>c</m:t>
                                </m:r>
                                <m:r>
                                  <m:rPr>
                                    <m:sty m:val="p"/>
                                  </m:rPr>
                                  <a:rPr lang="en-IN" sz="1400" b="0" i="1" smtClean="0">
                                    <a:latin typeface="Cambria Math" panose="02040503050406030204" pitchFamily="18" charset="0"/>
                                  </a:rPr>
                                  <m:t>os</m:t>
                                </m:r>
                                <m:r>
                                  <a:rPr lang="en-IN" sz="1400" b="0" i="1" smtClean="0">
                                    <a:latin typeface="Cambria Math" panose="02040503050406030204" pitchFamily="18" charset="0"/>
                                    <a:ea typeface="Cambria Math" panose="02040503050406030204" pitchFamily="18" charset="0"/>
                                  </a:rPr>
                                  <m:t>𝜃</m:t>
                                </m:r>
                              </m:e>
                              <m:e>
                                <m:r>
                                  <m:rPr>
                                    <m:sty m:val="p"/>
                                  </m:rPr>
                                  <a:rPr lang="en-IN" sz="1400" b="0" i="1" smtClean="0">
                                    <a:latin typeface="Cambria Math" panose="02040503050406030204" pitchFamily="18" charset="0"/>
                                    <a:ea typeface="Cambria Math" panose="02040503050406030204" pitchFamily="18" charset="0"/>
                                  </a:rPr>
                                  <m:t>sin</m:t>
                                </m:r>
                                <m:r>
                                  <a:rPr lang="en-IN" sz="1400" b="0" i="1" smtClean="0">
                                    <a:latin typeface="Cambria Math" panose="02040503050406030204" pitchFamily="18" charset="0"/>
                                    <a:ea typeface="Cambria Math" panose="02040503050406030204" pitchFamily="18" charset="0"/>
                                  </a:rPr>
                                  <m:t>𝜃</m:t>
                                </m:r>
                              </m:e>
                              <m:e>
                                <m:r>
                                  <a:rPr lang="en-IN" sz="1400" b="0" i="1" smtClean="0">
                                    <a:latin typeface="Cambria Math" panose="02040503050406030204" pitchFamily="18" charset="0"/>
                                    <a:ea typeface="Cambria Math" panose="02040503050406030204" pitchFamily="18" charset="0"/>
                                  </a:rPr>
                                  <m:t>0</m:t>
                                </m:r>
                              </m:e>
                            </m:mr>
                            <m:mr>
                              <m:e>
                                <m:r>
                                  <a:rPr lang="en-IN" sz="1400" b="0" i="1" smtClean="0">
                                    <a:latin typeface="Cambria Math" panose="02040503050406030204" pitchFamily="18" charset="0"/>
                                    <a:ea typeface="Cambria Math" panose="02040503050406030204" pitchFamily="18" charset="0"/>
                                  </a:rPr>
                                  <m:t>−</m:t>
                                </m:r>
                                <m:r>
                                  <m:rPr>
                                    <m:sty m:val="p"/>
                                  </m:rPr>
                                  <a:rPr lang="en-IN" sz="1400" b="0" i="1" smtClean="0">
                                    <a:latin typeface="Cambria Math" panose="02040503050406030204" pitchFamily="18" charset="0"/>
                                    <a:ea typeface="Cambria Math" panose="02040503050406030204" pitchFamily="18" charset="0"/>
                                  </a:rPr>
                                  <m:t>sin</m:t>
                                </m:r>
                                <m:r>
                                  <a:rPr lang="en-IN" sz="1400" b="0" i="1" smtClean="0">
                                    <a:latin typeface="Cambria Math" panose="02040503050406030204" pitchFamily="18" charset="0"/>
                                    <a:ea typeface="Cambria Math" panose="02040503050406030204" pitchFamily="18" charset="0"/>
                                  </a:rPr>
                                  <m:t>𝜃</m:t>
                                </m:r>
                              </m:e>
                              <m:e>
                                <m:r>
                                  <m:rPr>
                                    <m:sty m:val="p"/>
                                  </m:rPr>
                                  <a:rPr lang="en-IN" sz="1400" b="0" i="1" smtClean="0">
                                    <a:latin typeface="Cambria Math" panose="02040503050406030204" pitchFamily="18" charset="0"/>
                                    <a:ea typeface="Cambria Math" panose="02040503050406030204" pitchFamily="18" charset="0"/>
                                  </a:rPr>
                                  <m:t>cos</m:t>
                                </m:r>
                                <m:r>
                                  <a:rPr lang="en-IN" sz="1400" b="0" i="1" smtClean="0">
                                    <a:latin typeface="Cambria Math" panose="02040503050406030204" pitchFamily="18" charset="0"/>
                                    <a:ea typeface="Cambria Math" panose="02040503050406030204" pitchFamily="18" charset="0"/>
                                  </a:rPr>
                                  <m:t>𝜃</m:t>
                                </m:r>
                              </m:e>
                              <m:e>
                                <m:r>
                                  <a:rPr lang="en-IN" sz="1400" b="0" i="1" smtClean="0">
                                    <a:latin typeface="Cambria Math" panose="02040503050406030204" pitchFamily="18" charset="0"/>
                                    <a:ea typeface="Cambria Math" panose="02040503050406030204" pitchFamily="18" charset="0"/>
                                  </a:rPr>
                                  <m:t>0</m:t>
                                </m:r>
                              </m:e>
                            </m:mr>
                            <m:mr>
                              <m:e>
                                <m:r>
                                  <a:rPr lang="en-IN" sz="1400" b="0" i="1" smtClean="0">
                                    <a:latin typeface="Cambria Math" panose="02040503050406030204" pitchFamily="18" charset="0"/>
                                    <a:ea typeface="Cambria Math" panose="02040503050406030204" pitchFamily="18" charset="0"/>
                                  </a:rPr>
                                  <m:t>0</m:t>
                                </m:r>
                              </m:e>
                              <m:e>
                                <m:r>
                                  <a:rPr lang="en-IN" sz="1400" b="0" i="1" smtClean="0">
                                    <a:latin typeface="Cambria Math" panose="02040503050406030204" pitchFamily="18" charset="0"/>
                                    <a:ea typeface="Cambria Math" panose="02040503050406030204" pitchFamily="18" charset="0"/>
                                  </a:rPr>
                                  <m:t>0</m:t>
                                </m:r>
                              </m:e>
                              <m:e>
                                <m:r>
                                  <a:rPr lang="en-IN" sz="1400" b="0" i="1" smtClean="0">
                                    <a:latin typeface="Cambria Math" panose="02040503050406030204" pitchFamily="18" charset="0"/>
                                    <a:ea typeface="Cambria Math" panose="02040503050406030204" pitchFamily="18" charset="0"/>
                                  </a:rPr>
                                  <m:t>1</m:t>
                                </m:r>
                              </m:e>
                            </m:mr>
                          </m:m>
                        </m:e>
                      </m:d>
                      <m:r>
                        <a:rPr lang="en-IN" sz="1400" b="0" i="0" smtClean="0">
                          <a:latin typeface="Cambria Math" panose="02040503050406030204" pitchFamily="18" charset="0"/>
                        </a:rPr>
                        <m:t>.</m:t>
                      </m:r>
                      <m:f>
                        <m:fPr>
                          <m:ctrlPr>
                            <a:rPr lang="en-IN" sz="1400" b="0" i="1" smtClean="0">
                              <a:latin typeface="Cambria Math" panose="02040503050406030204" pitchFamily="18" charset="0"/>
                            </a:rPr>
                          </m:ctrlPr>
                        </m:fPr>
                        <m:num>
                          <m:r>
                            <a:rPr lang="en-IN" sz="1400" b="0" i="1" smtClean="0">
                              <a:latin typeface="Cambria Math" panose="02040503050406030204" pitchFamily="18" charset="0"/>
                            </a:rPr>
                            <m:t>2</m:t>
                          </m:r>
                        </m:num>
                        <m:den>
                          <m:r>
                            <a:rPr lang="en-IN" sz="1400" b="0" i="1" smtClean="0">
                              <a:latin typeface="Cambria Math" panose="02040503050406030204" pitchFamily="18" charset="0"/>
                            </a:rPr>
                            <m:t>3</m:t>
                          </m:r>
                        </m:den>
                      </m:f>
                      <m:r>
                        <a:rPr lang="en-IN" sz="1400" b="0" i="1" smtClean="0">
                          <a:latin typeface="Cambria Math" panose="02040503050406030204" pitchFamily="18" charset="0"/>
                        </a:rPr>
                        <m:t>.</m:t>
                      </m:r>
                      <m:d>
                        <m:dPr>
                          <m:begChr m:val="["/>
                          <m:endChr m:val="]"/>
                          <m:ctrlPr>
                            <a:rPr lang="en-IN" sz="1400" b="0" i="1" smtClean="0">
                              <a:latin typeface="Cambria Math" panose="02040503050406030204" pitchFamily="18" charset="0"/>
                            </a:rPr>
                          </m:ctrlPr>
                        </m:dPr>
                        <m:e>
                          <m:m>
                            <m:mPr>
                              <m:mcs>
                                <m:mc>
                                  <m:mcPr>
                                    <m:count m:val="3"/>
                                    <m:mcJc m:val="center"/>
                                  </m:mcPr>
                                </m:mc>
                              </m:mcs>
                              <m:ctrlPr>
                                <a:rPr lang="en-IN" sz="1400" b="0" i="1" smtClean="0">
                                  <a:latin typeface="Cambria Math" panose="02040503050406030204" pitchFamily="18" charset="0"/>
                                </a:rPr>
                              </m:ctrlPr>
                            </m:mPr>
                            <m:mr>
                              <m:e>
                                <m:r>
                                  <m:rPr>
                                    <m:brk m:alnAt="7"/>
                                  </m:rPr>
                                  <a:rPr lang="en-IN" sz="1400" b="0" i="1" smtClean="0">
                                    <a:latin typeface="Cambria Math" panose="02040503050406030204" pitchFamily="18" charset="0"/>
                                  </a:rPr>
                                  <m:t>1</m:t>
                                </m:r>
                              </m:e>
                              <m:e>
                                <m:box>
                                  <m:boxPr>
                                    <m:ctrlPr>
                                      <a:rPr lang="en-IN" sz="1400" b="0" i="1" smtClean="0">
                                        <a:latin typeface="Cambria Math" panose="02040503050406030204" pitchFamily="18" charset="0"/>
                                      </a:rPr>
                                    </m:ctrlPr>
                                  </m:boxPr>
                                  <m:e>
                                    <m:argPr>
                                      <m:argSz m:val="-1"/>
                                    </m:argPr>
                                    <m:f>
                                      <m:fPr>
                                        <m:ctrlPr>
                                          <a:rPr lang="en-IN" sz="1400" b="0" i="1" smtClean="0">
                                            <a:latin typeface="Cambria Math" panose="02040503050406030204" pitchFamily="18" charset="0"/>
                                          </a:rPr>
                                        </m:ctrlPr>
                                      </m:fPr>
                                      <m:num>
                                        <m:r>
                                          <a:rPr lang="en-IN" sz="1400" b="0" i="1" smtClean="0">
                                            <a:latin typeface="Cambria Math" panose="02040503050406030204" pitchFamily="18" charset="0"/>
                                          </a:rPr>
                                          <m:t>−1</m:t>
                                        </m:r>
                                      </m:num>
                                      <m:den>
                                        <m:r>
                                          <a:rPr lang="en-IN" sz="1400" b="0" i="1" smtClean="0">
                                            <a:latin typeface="Cambria Math" panose="02040503050406030204" pitchFamily="18" charset="0"/>
                                          </a:rPr>
                                          <m:t>2</m:t>
                                        </m:r>
                                      </m:den>
                                    </m:f>
                                  </m:e>
                                </m:box>
                              </m:e>
                              <m:e>
                                <m:box>
                                  <m:boxPr>
                                    <m:ctrlPr>
                                      <a:rPr lang="en-IN" sz="1400" b="0" i="1" smtClean="0">
                                        <a:latin typeface="Cambria Math" panose="02040503050406030204" pitchFamily="18" charset="0"/>
                                      </a:rPr>
                                    </m:ctrlPr>
                                  </m:boxPr>
                                  <m:e>
                                    <m:argPr>
                                      <m:argSz m:val="-1"/>
                                    </m:argPr>
                                    <m:f>
                                      <m:fPr>
                                        <m:ctrlPr>
                                          <a:rPr lang="en-IN" sz="1400" b="0" i="1" smtClean="0">
                                            <a:latin typeface="Cambria Math" panose="02040503050406030204" pitchFamily="18" charset="0"/>
                                          </a:rPr>
                                        </m:ctrlPr>
                                      </m:fPr>
                                      <m:num>
                                        <m:r>
                                          <a:rPr lang="en-IN" sz="1400" b="0" i="1" smtClean="0">
                                            <a:latin typeface="Cambria Math" panose="02040503050406030204" pitchFamily="18" charset="0"/>
                                          </a:rPr>
                                          <m:t>−1</m:t>
                                        </m:r>
                                      </m:num>
                                      <m:den>
                                        <m:r>
                                          <a:rPr lang="en-IN" sz="1400" b="0" i="1" smtClean="0">
                                            <a:latin typeface="Cambria Math" panose="02040503050406030204" pitchFamily="18" charset="0"/>
                                          </a:rPr>
                                          <m:t>2</m:t>
                                        </m:r>
                                      </m:den>
                                    </m:f>
                                  </m:e>
                                </m:box>
                              </m:e>
                            </m:mr>
                            <m:mr>
                              <m:e>
                                <m:r>
                                  <a:rPr lang="en-IN" sz="1400" b="0" i="1" smtClean="0">
                                    <a:latin typeface="Cambria Math" panose="02040503050406030204" pitchFamily="18" charset="0"/>
                                  </a:rPr>
                                  <m:t>0</m:t>
                                </m:r>
                              </m:e>
                              <m:e>
                                <m:box>
                                  <m:boxPr>
                                    <m:ctrlPr>
                                      <a:rPr lang="en-IN" sz="1400" b="0" i="1" smtClean="0">
                                        <a:latin typeface="Cambria Math" panose="02040503050406030204" pitchFamily="18" charset="0"/>
                                      </a:rPr>
                                    </m:ctrlPr>
                                  </m:boxPr>
                                  <m:e>
                                    <m:argPr>
                                      <m:argSz m:val="-1"/>
                                    </m:argPr>
                                    <m:f>
                                      <m:fPr>
                                        <m:ctrlPr>
                                          <a:rPr lang="en-IN" sz="1400" b="0" i="1" smtClean="0">
                                            <a:latin typeface="Cambria Math" panose="02040503050406030204" pitchFamily="18" charset="0"/>
                                          </a:rPr>
                                        </m:ctrlPr>
                                      </m:fPr>
                                      <m:num>
                                        <m:r>
                                          <a:rPr lang="en-IN" sz="1400" b="0" i="1" smtClean="0">
                                            <a:latin typeface="Cambria Math" panose="02040503050406030204" pitchFamily="18" charset="0"/>
                                            <a:ea typeface="Cambria Math" panose="02040503050406030204" pitchFamily="18" charset="0"/>
                                          </a:rPr>
                                          <m:t>√3</m:t>
                                        </m:r>
                                      </m:num>
                                      <m:den>
                                        <m:r>
                                          <a:rPr lang="en-IN" sz="1400" b="0" i="1" smtClean="0">
                                            <a:latin typeface="Cambria Math" panose="02040503050406030204" pitchFamily="18" charset="0"/>
                                          </a:rPr>
                                          <m:t>2</m:t>
                                        </m:r>
                                      </m:den>
                                    </m:f>
                                  </m:e>
                                </m:box>
                              </m:e>
                              <m:e>
                                <m:box>
                                  <m:boxPr>
                                    <m:ctrlPr>
                                      <a:rPr lang="en-IN" sz="1400" b="0" i="1" smtClean="0">
                                        <a:latin typeface="Cambria Math" panose="02040503050406030204" pitchFamily="18" charset="0"/>
                                      </a:rPr>
                                    </m:ctrlPr>
                                  </m:boxPr>
                                  <m:e>
                                    <m:argPr>
                                      <m:argSz m:val="-1"/>
                                    </m:argPr>
                                    <m:f>
                                      <m:fPr>
                                        <m:ctrlPr>
                                          <a:rPr lang="en-IN" sz="1400" b="0" i="1" smtClean="0">
                                            <a:latin typeface="Cambria Math" panose="02040503050406030204" pitchFamily="18" charset="0"/>
                                          </a:rPr>
                                        </m:ctrlPr>
                                      </m:fPr>
                                      <m:num>
                                        <m:r>
                                          <a:rPr lang="en-IN" sz="1400" b="0" i="1" smtClean="0">
                                            <a:latin typeface="Cambria Math" panose="02040503050406030204" pitchFamily="18" charset="0"/>
                                          </a:rPr>
                                          <m:t>−</m:t>
                                        </m:r>
                                        <m:r>
                                          <a:rPr lang="en-IN" sz="1400" b="0" i="1" smtClean="0">
                                            <a:latin typeface="Cambria Math" panose="02040503050406030204" pitchFamily="18" charset="0"/>
                                            <a:ea typeface="Cambria Math" panose="02040503050406030204" pitchFamily="18" charset="0"/>
                                          </a:rPr>
                                          <m:t>√3</m:t>
                                        </m:r>
                                      </m:num>
                                      <m:den>
                                        <m:r>
                                          <a:rPr lang="en-IN" sz="1400" b="0" i="1" smtClean="0">
                                            <a:latin typeface="Cambria Math" panose="02040503050406030204" pitchFamily="18" charset="0"/>
                                          </a:rPr>
                                          <m:t>2</m:t>
                                        </m:r>
                                      </m:den>
                                    </m:f>
                                  </m:e>
                                </m:box>
                              </m:e>
                            </m:mr>
                            <m:mr>
                              <m:e>
                                <m:box>
                                  <m:boxPr>
                                    <m:ctrlPr>
                                      <a:rPr lang="en-IN" sz="1400" b="0" i="1" smtClean="0">
                                        <a:latin typeface="Cambria Math" panose="02040503050406030204" pitchFamily="18" charset="0"/>
                                      </a:rPr>
                                    </m:ctrlPr>
                                  </m:boxPr>
                                  <m:e>
                                    <m:argPr>
                                      <m:argSz m:val="-1"/>
                                    </m:argPr>
                                    <m:f>
                                      <m:fPr>
                                        <m:ctrlPr>
                                          <a:rPr lang="en-IN" sz="1400" b="0" i="1" smtClean="0">
                                            <a:latin typeface="Cambria Math" panose="02040503050406030204" pitchFamily="18" charset="0"/>
                                          </a:rPr>
                                        </m:ctrlPr>
                                      </m:fPr>
                                      <m:num>
                                        <m:r>
                                          <a:rPr lang="en-IN" sz="1400" b="0" i="1" smtClean="0">
                                            <a:latin typeface="Cambria Math" panose="02040503050406030204" pitchFamily="18" charset="0"/>
                                          </a:rPr>
                                          <m:t>1</m:t>
                                        </m:r>
                                      </m:num>
                                      <m:den>
                                        <m:r>
                                          <a:rPr lang="en-IN" sz="1400" b="0" i="1" smtClean="0">
                                            <a:latin typeface="Cambria Math" panose="02040503050406030204" pitchFamily="18" charset="0"/>
                                          </a:rPr>
                                          <m:t>2</m:t>
                                        </m:r>
                                      </m:den>
                                    </m:f>
                                  </m:e>
                                </m:box>
                              </m:e>
                              <m:e>
                                <m:box>
                                  <m:boxPr>
                                    <m:ctrlPr>
                                      <a:rPr lang="en-IN" sz="1400" b="0" i="1" smtClean="0">
                                        <a:latin typeface="Cambria Math" panose="02040503050406030204" pitchFamily="18" charset="0"/>
                                      </a:rPr>
                                    </m:ctrlPr>
                                  </m:boxPr>
                                  <m:e>
                                    <m:argPr>
                                      <m:argSz m:val="-1"/>
                                    </m:argPr>
                                    <m:f>
                                      <m:fPr>
                                        <m:ctrlPr>
                                          <a:rPr lang="en-IN" sz="1400" b="0" i="1" smtClean="0">
                                            <a:latin typeface="Cambria Math" panose="02040503050406030204" pitchFamily="18" charset="0"/>
                                          </a:rPr>
                                        </m:ctrlPr>
                                      </m:fPr>
                                      <m:num>
                                        <m:r>
                                          <a:rPr lang="en-IN" sz="1400" b="0" i="1" smtClean="0">
                                            <a:latin typeface="Cambria Math" panose="02040503050406030204" pitchFamily="18" charset="0"/>
                                          </a:rPr>
                                          <m:t>1</m:t>
                                        </m:r>
                                      </m:num>
                                      <m:den>
                                        <m:r>
                                          <a:rPr lang="en-IN" sz="1400" b="0" i="1" smtClean="0">
                                            <a:latin typeface="Cambria Math" panose="02040503050406030204" pitchFamily="18" charset="0"/>
                                          </a:rPr>
                                          <m:t>2</m:t>
                                        </m:r>
                                      </m:den>
                                    </m:f>
                                  </m:e>
                                </m:box>
                              </m:e>
                              <m:e>
                                <m:box>
                                  <m:boxPr>
                                    <m:ctrlPr>
                                      <a:rPr lang="en-IN" sz="1400" b="0" i="1" smtClean="0">
                                        <a:latin typeface="Cambria Math" panose="02040503050406030204" pitchFamily="18" charset="0"/>
                                      </a:rPr>
                                    </m:ctrlPr>
                                  </m:boxPr>
                                  <m:e>
                                    <m:argPr>
                                      <m:argSz m:val="-1"/>
                                    </m:argPr>
                                    <m:f>
                                      <m:fPr>
                                        <m:ctrlPr>
                                          <a:rPr lang="en-IN" sz="1400" b="0" i="1" smtClean="0">
                                            <a:latin typeface="Cambria Math" panose="02040503050406030204" pitchFamily="18" charset="0"/>
                                          </a:rPr>
                                        </m:ctrlPr>
                                      </m:fPr>
                                      <m:num>
                                        <m:r>
                                          <a:rPr lang="en-IN" sz="1400" b="0" i="1" smtClean="0">
                                            <a:latin typeface="Cambria Math" panose="02040503050406030204" pitchFamily="18" charset="0"/>
                                          </a:rPr>
                                          <m:t>1</m:t>
                                        </m:r>
                                      </m:num>
                                      <m:den>
                                        <m:r>
                                          <a:rPr lang="en-IN" sz="1400" b="0" i="1" smtClean="0">
                                            <a:latin typeface="Cambria Math" panose="02040503050406030204" pitchFamily="18" charset="0"/>
                                          </a:rPr>
                                          <m:t>2</m:t>
                                        </m:r>
                                      </m:den>
                                    </m:f>
                                  </m:e>
                                </m:box>
                              </m:e>
                            </m:mr>
                          </m:m>
                        </m:e>
                      </m:d>
                      <m:r>
                        <a:rPr lang="en-IN" sz="1400" b="0" i="1" smtClean="0">
                          <a:latin typeface="Cambria Math" panose="02040503050406030204" pitchFamily="18" charset="0"/>
                        </a:rPr>
                        <m:t>.</m:t>
                      </m:r>
                      <m:d>
                        <m:dPr>
                          <m:begChr m:val="["/>
                          <m:endChr m:val="]"/>
                          <m:ctrlPr>
                            <a:rPr lang="en-IN" sz="1400" b="0" i="1" smtClean="0">
                              <a:latin typeface="Cambria Math" panose="02040503050406030204" pitchFamily="18" charset="0"/>
                            </a:rPr>
                          </m:ctrlPr>
                        </m:dPr>
                        <m:e>
                          <m:m>
                            <m:mPr>
                              <m:mcs>
                                <m:mc>
                                  <m:mcPr>
                                    <m:count m:val="1"/>
                                    <m:mcJc m:val="center"/>
                                  </m:mcPr>
                                </m:mc>
                              </m:mcs>
                              <m:ctrlPr>
                                <a:rPr lang="en-IN" sz="1400" b="0" i="1" smtClean="0">
                                  <a:latin typeface="Cambria Math" panose="02040503050406030204" pitchFamily="18" charset="0"/>
                                </a:rPr>
                              </m:ctrlPr>
                            </m:mPr>
                            <m:mr>
                              <m:e>
                                <m:r>
                                  <m:rPr>
                                    <m:sty m:val="p"/>
                                    <m:brk m:alnAt="7"/>
                                  </m:rPr>
                                  <a:rPr lang="en-IN" sz="1400" b="0" i="1" smtClean="0">
                                    <a:latin typeface="Cambria Math" panose="02040503050406030204" pitchFamily="18" charset="0"/>
                                  </a:rPr>
                                  <m:t>i</m:t>
                                </m:r>
                                <m:r>
                                  <m:rPr>
                                    <m:sty m:val="p"/>
                                  </m:rPr>
                                  <a:rPr lang="en-IN" sz="1400" b="0" i="1" smtClean="0">
                                    <a:latin typeface="Cambria Math" panose="02040503050406030204" pitchFamily="18" charset="0"/>
                                  </a:rPr>
                                  <m:t>a</m:t>
                                </m:r>
                              </m:e>
                            </m:mr>
                            <m:mr>
                              <m:e>
                                <m:r>
                                  <m:rPr>
                                    <m:sty m:val="p"/>
                                  </m:rPr>
                                  <a:rPr lang="en-IN" sz="1400" b="0" i="1" smtClean="0">
                                    <a:latin typeface="Cambria Math" panose="02040503050406030204" pitchFamily="18" charset="0"/>
                                  </a:rPr>
                                  <m:t>ib</m:t>
                                </m:r>
                              </m:e>
                            </m:mr>
                            <m:mr>
                              <m:e>
                                <m:r>
                                  <m:rPr>
                                    <m:sty m:val="p"/>
                                  </m:rPr>
                                  <a:rPr lang="en-IN" sz="1400" b="0" i="1" smtClean="0">
                                    <a:latin typeface="Cambria Math" panose="02040503050406030204" pitchFamily="18" charset="0"/>
                                  </a:rPr>
                                  <m:t>ic</m:t>
                                </m:r>
                              </m:e>
                            </m:mr>
                          </m:m>
                        </m:e>
                      </m:d>
                    </m:oMath>
                  </m:oMathPara>
                </a14:m>
                <a:endParaRPr lang="en-IN" sz="1400"/>
              </a:p>
            </p:txBody>
          </p:sp>
        </mc:Choice>
        <mc:Fallback xmlns="">
          <p:sp>
            <p:nvSpPr>
              <p:cNvPr id="2" name="TextBox 1">
                <a:extLst>
                  <a:ext uri="{FF2B5EF4-FFF2-40B4-BE49-F238E27FC236}">
                    <a16:creationId xmlns:a16="http://schemas.microsoft.com/office/drawing/2014/main" id="{DA2D4EF9-71FE-6E95-02B8-B9C220D0850B}"/>
                  </a:ext>
                </a:extLst>
              </p:cNvPr>
              <p:cNvSpPr txBox="1">
                <a:spLocks noRot="1" noChangeAspect="1" noMove="1" noResize="1" noEditPoints="1" noAdjustHandles="1" noChangeArrowheads="1" noChangeShapeType="1" noTextEdit="1"/>
              </p:cNvSpPr>
              <p:nvPr/>
            </p:nvSpPr>
            <p:spPr>
              <a:xfrm>
                <a:off x="-688478" y="1692740"/>
                <a:ext cx="5428641" cy="853503"/>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7187A5D-C5F1-2F2B-07F5-B8D238EE5347}"/>
                  </a:ext>
                </a:extLst>
              </p:cNvPr>
              <p:cNvSpPr txBox="1"/>
              <p:nvPr/>
            </p:nvSpPr>
            <p:spPr>
              <a:xfrm>
                <a:off x="-371798" y="2909490"/>
                <a:ext cx="4795282" cy="9105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cs typeface="Times New Roman" panose="02020603050405020304" pitchFamily="18" charset="0"/>
                            </a:rPr>
                          </m:ctrlPr>
                        </m:sSubPr>
                        <m:e>
                          <m:r>
                            <a:rPr lang="en-IN" sz="1400" b="0" i="0" smtClean="0">
                              <a:latin typeface="Cambria Math" panose="02040503050406030204" pitchFamily="18" charset="0"/>
                              <a:cs typeface="Times New Roman" panose="02020603050405020304" pitchFamily="18" charset="0"/>
                            </a:rPr>
                            <m:t> </m:t>
                          </m:r>
                          <m:r>
                            <m:rPr>
                              <m:sty m:val="p"/>
                            </m:rPr>
                            <a:rPr lang="en-US" sz="1400" b="0" i="0">
                              <a:latin typeface="Cambria Math" panose="02040503050406030204" pitchFamily="18" charset="0"/>
                              <a:cs typeface="Times New Roman" panose="02020603050405020304" pitchFamily="18" charset="0"/>
                            </a:rPr>
                            <m:t>L</m:t>
                          </m:r>
                        </m:e>
                        <m:sub>
                          <m:r>
                            <m:rPr>
                              <m:sty m:val="p"/>
                            </m:rPr>
                            <a:rPr lang="en-US" sz="1400" b="0" i="0">
                              <a:latin typeface="Cambria Math" panose="02040503050406030204" pitchFamily="18" charset="0"/>
                              <a:cs typeface="Times New Roman" panose="02020603050405020304" pitchFamily="18" charset="0"/>
                            </a:rPr>
                            <m:t>c</m:t>
                          </m:r>
                        </m:sub>
                      </m:sSub>
                      <m:f>
                        <m:fPr>
                          <m:ctrlPr>
                            <a:rPr lang="en-US" sz="1400" i="1">
                              <a:latin typeface="Cambria Math" panose="02040503050406030204" pitchFamily="18" charset="0"/>
                              <a:cs typeface="Times New Roman" panose="02020603050405020304" pitchFamily="18" charset="0"/>
                            </a:rPr>
                          </m:ctrlPr>
                        </m:fPr>
                        <m:num>
                          <m:r>
                            <m:rPr>
                              <m:sty m:val="p"/>
                            </m:rPr>
                            <a:rPr lang="en-US" sz="1400" b="0" i="0">
                              <a:latin typeface="Cambria Math" panose="02040503050406030204" pitchFamily="18" charset="0"/>
                              <a:cs typeface="Times New Roman" panose="02020603050405020304" pitchFamily="18" charset="0"/>
                            </a:rPr>
                            <m:t>d</m:t>
                          </m:r>
                        </m:num>
                        <m:den>
                          <m:r>
                            <m:rPr>
                              <m:sty m:val="p"/>
                            </m:rPr>
                            <a:rPr lang="en-US" sz="1400" b="0" i="0">
                              <a:latin typeface="Cambria Math" panose="02040503050406030204" pitchFamily="18" charset="0"/>
                              <a:cs typeface="Times New Roman" panose="02020603050405020304" pitchFamily="18" charset="0"/>
                            </a:rPr>
                            <m:t>dt</m:t>
                          </m:r>
                        </m:den>
                      </m:f>
                      <m:sSub>
                        <m:sSubPr>
                          <m:ctrlPr>
                            <a:rPr lang="en-US" sz="1400" i="1">
                              <a:latin typeface="Cambria Math" panose="02040503050406030204" pitchFamily="18" charset="0"/>
                              <a:cs typeface="Times New Roman" panose="02020603050405020304" pitchFamily="18" charset="0"/>
                            </a:rPr>
                          </m:ctrlPr>
                        </m:sSubPr>
                        <m:e>
                          <m:r>
                            <m:rPr>
                              <m:sty m:val="p"/>
                            </m:rPr>
                            <a:rPr lang="en-US" sz="1400" b="0" i="0">
                              <a:latin typeface="Cambria Math" panose="02040503050406030204" pitchFamily="18" charset="0"/>
                              <a:cs typeface="Times New Roman" panose="02020603050405020304" pitchFamily="18" charset="0"/>
                            </a:rPr>
                            <m:t>i</m:t>
                          </m:r>
                        </m:e>
                        <m:sub>
                          <m:r>
                            <m:rPr>
                              <m:sty m:val="p"/>
                            </m:rPr>
                            <a:rPr lang="en-US" sz="1400" b="0" i="0">
                              <a:latin typeface="Cambria Math" panose="02040503050406030204" pitchFamily="18" charset="0"/>
                              <a:cs typeface="Times New Roman" panose="02020603050405020304" pitchFamily="18" charset="0"/>
                            </a:rPr>
                            <m:t>l</m:t>
                          </m:r>
                          <m:r>
                            <a:rPr lang="en-US" sz="1400" b="0" i="0">
                              <a:latin typeface="Cambria Math" panose="02040503050406030204" pitchFamily="18" charset="0"/>
                              <a:cs typeface="Times New Roman" panose="02020603050405020304" pitchFamily="18" charset="0"/>
                            </a:rPr>
                            <m:t>,</m:t>
                          </m:r>
                          <m:r>
                            <m:rPr>
                              <m:sty m:val="p"/>
                            </m:rPr>
                            <a:rPr lang="en-US" sz="1400" b="0" i="0">
                              <a:latin typeface="Cambria Math" panose="02040503050406030204" pitchFamily="18" charset="0"/>
                              <a:cs typeface="Times New Roman" panose="02020603050405020304" pitchFamily="18" charset="0"/>
                            </a:rPr>
                            <m:t>abc</m:t>
                          </m:r>
                        </m:sub>
                      </m:sSub>
                      <m:r>
                        <a:rPr lang="en-US" sz="1400" b="0" i="0">
                          <a:latin typeface="Cambria Math" panose="02040503050406030204" pitchFamily="18" charset="0"/>
                          <a:cs typeface="Times New Roman" panose="02020603050405020304" pitchFamily="18" charset="0"/>
                        </a:rPr>
                        <m:t>=−</m:t>
                      </m:r>
                      <m:sSub>
                        <m:sSubPr>
                          <m:ctrlPr>
                            <a:rPr lang="en-US" sz="1400" i="1">
                              <a:latin typeface="Cambria Math" panose="02040503050406030204" pitchFamily="18" charset="0"/>
                              <a:cs typeface="Times New Roman" panose="02020603050405020304" pitchFamily="18" charset="0"/>
                            </a:rPr>
                          </m:ctrlPr>
                        </m:sSubPr>
                        <m:e>
                          <m:r>
                            <m:rPr>
                              <m:sty m:val="p"/>
                            </m:rPr>
                            <a:rPr lang="en-US" sz="1400" b="0" i="0">
                              <a:latin typeface="Cambria Math" panose="02040503050406030204" pitchFamily="18" charset="0"/>
                              <a:cs typeface="Times New Roman" panose="02020603050405020304" pitchFamily="18" charset="0"/>
                            </a:rPr>
                            <m:t>R</m:t>
                          </m:r>
                        </m:e>
                        <m:sub>
                          <m:r>
                            <m:rPr>
                              <m:sty m:val="p"/>
                            </m:rPr>
                            <a:rPr lang="en-US" sz="1400" b="0" i="0">
                              <a:latin typeface="Cambria Math" panose="02040503050406030204" pitchFamily="18" charset="0"/>
                              <a:cs typeface="Times New Roman" panose="02020603050405020304" pitchFamily="18" charset="0"/>
                            </a:rPr>
                            <m:t>c</m:t>
                          </m:r>
                        </m:sub>
                      </m:sSub>
                      <m:sSub>
                        <m:sSubPr>
                          <m:ctrlPr>
                            <a:rPr lang="en-US" sz="1400" i="1">
                              <a:latin typeface="Cambria Math" panose="02040503050406030204" pitchFamily="18" charset="0"/>
                              <a:cs typeface="Times New Roman" panose="02020603050405020304" pitchFamily="18" charset="0"/>
                            </a:rPr>
                          </m:ctrlPr>
                        </m:sSubPr>
                        <m:e>
                          <m:r>
                            <m:rPr>
                              <m:sty m:val="p"/>
                            </m:rPr>
                            <a:rPr lang="en-US" sz="1400" b="0" i="0">
                              <a:latin typeface="Cambria Math" panose="02040503050406030204" pitchFamily="18" charset="0"/>
                              <a:cs typeface="Times New Roman" panose="02020603050405020304" pitchFamily="18" charset="0"/>
                            </a:rPr>
                            <m:t>i</m:t>
                          </m:r>
                        </m:e>
                        <m:sub>
                          <m:r>
                            <m:rPr>
                              <m:sty m:val="p"/>
                            </m:rPr>
                            <a:rPr lang="en-US" sz="1400" b="0" i="0">
                              <a:latin typeface="Cambria Math" panose="02040503050406030204" pitchFamily="18" charset="0"/>
                              <a:cs typeface="Times New Roman" panose="02020603050405020304" pitchFamily="18" charset="0"/>
                            </a:rPr>
                            <m:t>l</m:t>
                          </m:r>
                          <m:r>
                            <a:rPr lang="en-US" sz="1400" b="0" i="0">
                              <a:latin typeface="Cambria Math" panose="02040503050406030204" pitchFamily="18" charset="0"/>
                              <a:cs typeface="Times New Roman" panose="02020603050405020304" pitchFamily="18" charset="0"/>
                            </a:rPr>
                            <m:t>,</m:t>
                          </m:r>
                          <m:r>
                            <m:rPr>
                              <m:sty m:val="p"/>
                            </m:rPr>
                            <a:rPr lang="en-US" sz="1400" b="0" i="0">
                              <a:latin typeface="Cambria Math" panose="02040503050406030204" pitchFamily="18" charset="0"/>
                              <a:cs typeface="Times New Roman" panose="02020603050405020304" pitchFamily="18" charset="0"/>
                            </a:rPr>
                            <m:t>abc</m:t>
                          </m:r>
                        </m:sub>
                      </m:sSub>
                      <m:r>
                        <a:rPr lang="en-US" sz="1400" b="0" i="0">
                          <a:latin typeface="Cambria Math" panose="02040503050406030204" pitchFamily="18" charset="0"/>
                          <a:cs typeface="Times New Roman" panose="02020603050405020304" pitchFamily="18" charset="0"/>
                        </a:rPr>
                        <m:t>+</m:t>
                      </m:r>
                      <m:sSub>
                        <m:sSubPr>
                          <m:ctrlPr>
                            <a:rPr lang="en-US" sz="1400" i="1">
                              <a:latin typeface="Cambria Math" panose="02040503050406030204" pitchFamily="18" charset="0"/>
                              <a:cs typeface="Times New Roman" panose="02020603050405020304" pitchFamily="18" charset="0"/>
                            </a:rPr>
                          </m:ctrlPr>
                        </m:sSubPr>
                        <m:e>
                          <m:r>
                            <m:rPr>
                              <m:sty m:val="p"/>
                            </m:rPr>
                            <a:rPr lang="en-US" sz="1400" b="0" i="0">
                              <a:latin typeface="Cambria Math" panose="02040503050406030204" pitchFamily="18" charset="0"/>
                              <a:cs typeface="Times New Roman" panose="02020603050405020304" pitchFamily="18" charset="0"/>
                            </a:rPr>
                            <m:t>V</m:t>
                          </m:r>
                        </m:e>
                        <m:sub>
                          <m:r>
                            <m:rPr>
                              <m:sty m:val="p"/>
                            </m:rPr>
                            <a:rPr lang="en-US" sz="1400" b="0" i="0">
                              <a:latin typeface="Cambria Math" panose="02040503050406030204" pitchFamily="18" charset="0"/>
                              <a:cs typeface="Times New Roman" panose="02020603050405020304" pitchFamily="18" charset="0"/>
                            </a:rPr>
                            <m:t>c</m:t>
                          </m:r>
                          <m:r>
                            <a:rPr lang="en-US" sz="1400" b="0" i="0">
                              <a:latin typeface="Cambria Math" panose="02040503050406030204" pitchFamily="18" charset="0"/>
                              <a:cs typeface="Times New Roman" panose="02020603050405020304" pitchFamily="18" charset="0"/>
                            </a:rPr>
                            <m:t>,</m:t>
                          </m:r>
                          <m:r>
                            <m:rPr>
                              <m:sty m:val="p"/>
                            </m:rPr>
                            <a:rPr lang="en-US" sz="1400" b="0" i="0">
                              <a:latin typeface="Cambria Math" panose="02040503050406030204" pitchFamily="18" charset="0"/>
                              <a:cs typeface="Times New Roman" panose="02020603050405020304" pitchFamily="18" charset="0"/>
                            </a:rPr>
                            <m:t>abc</m:t>
                          </m:r>
                        </m:sub>
                      </m:sSub>
                      <m:r>
                        <a:rPr lang="en-US" sz="1400" b="0" i="0">
                          <a:latin typeface="Cambria Math" panose="02040503050406030204" pitchFamily="18" charset="0"/>
                          <a:cs typeface="Times New Roman" panose="02020603050405020304" pitchFamily="18" charset="0"/>
                        </a:rPr>
                        <m:t>−</m:t>
                      </m:r>
                      <m:sSub>
                        <m:sSubPr>
                          <m:ctrlPr>
                            <a:rPr lang="en-US" sz="1400" i="1">
                              <a:latin typeface="Cambria Math" panose="02040503050406030204" pitchFamily="18" charset="0"/>
                              <a:cs typeface="Times New Roman" panose="02020603050405020304" pitchFamily="18" charset="0"/>
                            </a:rPr>
                          </m:ctrlPr>
                        </m:sSubPr>
                        <m:e>
                          <m:r>
                            <m:rPr>
                              <m:sty m:val="p"/>
                            </m:rPr>
                            <a:rPr lang="en-US" sz="1400" b="0" i="0">
                              <a:latin typeface="Cambria Math" panose="02040503050406030204" pitchFamily="18" charset="0"/>
                              <a:cs typeface="Times New Roman" panose="02020603050405020304" pitchFamily="18" charset="0"/>
                            </a:rPr>
                            <m:t>V</m:t>
                          </m:r>
                        </m:e>
                        <m:sub>
                          <m:r>
                            <m:rPr>
                              <m:sty m:val="p"/>
                            </m:rPr>
                            <a:rPr lang="en-US" sz="1400" b="0" i="0">
                              <a:latin typeface="Cambria Math" panose="02040503050406030204" pitchFamily="18" charset="0"/>
                              <a:cs typeface="Times New Roman" panose="02020603050405020304" pitchFamily="18" charset="0"/>
                            </a:rPr>
                            <m:t>o</m:t>
                          </m:r>
                          <m:r>
                            <a:rPr lang="en-US" sz="1400" b="0" i="0">
                              <a:latin typeface="Cambria Math" panose="02040503050406030204" pitchFamily="18" charset="0"/>
                              <a:cs typeface="Times New Roman" panose="02020603050405020304" pitchFamily="18" charset="0"/>
                            </a:rPr>
                            <m:t>,</m:t>
                          </m:r>
                          <m:r>
                            <m:rPr>
                              <m:sty m:val="p"/>
                            </m:rPr>
                            <a:rPr lang="en-US" sz="1400" b="0" i="0">
                              <a:latin typeface="Cambria Math" panose="02040503050406030204" pitchFamily="18" charset="0"/>
                              <a:cs typeface="Times New Roman" panose="02020603050405020304" pitchFamily="18" charset="0"/>
                            </a:rPr>
                            <m:t>abc</m:t>
                          </m:r>
                        </m:sub>
                      </m:sSub>
                    </m:oMath>
                  </m:oMathPara>
                </a14:m>
                <a:endParaRPr lang="en-IN" sz="140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cs typeface="Times New Roman" panose="02020603050405020304" pitchFamily="18" charset="0"/>
                            </a:rPr>
                          </m:ctrlPr>
                        </m:sSubPr>
                        <m:e>
                          <m:r>
                            <a:rPr lang="en-IN" sz="1400" b="0" i="0" smtClean="0">
                              <a:latin typeface="Cambria Math" panose="02040503050406030204" pitchFamily="18" charset="0"/>
                              <a:cs typeface="Times New Roman" panose="02020603050405020304" pitchFamily="18" charset="0"/>
                            </a:rPr>
                            <m:t> </m:t>
                          </m:r>
                          <m:r>
                            <m:rPr>
                              <m:sty m:val="p"/>
                            </m:rPr>
                            <a:rPr lang="en-US" sz="1400" b="0" i="0">
                              <a:latin typeface="Cambria Math" panose="02040503050406030204" pitchFamily="18" charset="0"/>
                              <a:cs typeface="Times New Roman" panose="02020603050405020304" pitchFamily="18" charset="0"/>
                            </a:rPr>
                            <m:t>L</m:t>
                          </m:r>
                        </m:e>
                        <m:sub>
                          <m:r>
                            <m:rPr>
                              <m:sty m:val="p"/>
                            </m:rPr>
                            <a:rPr lang="en-US" sz="1400" b="0" i="0">
                              <a:latin typeface="Cambria Math" panose="02040503050406030204" pitchFamily="18" charset="0"/>
                              <a:cs typeface="Times New Roman" panose="02020603050405020304" pitchFamily="18" charset="0"/>
                            </a:rPr>
                            <m:t>g</m:t>
                          </m:r>
                        </m:sub>
                      </m:sSub>
                      <m:f>
                        <m:fPr>
                          <m:ctrlPr>
                            <a:rPr lang="en-US" sz="1400" i="1">
                              <a:latin typeface="Cambria Math" panose="02040503050406030204" pitchFamily="18" charset="0"/>
                              <a:cs typeface="Times New Roman" panose="02020603050405020304" pitchFamily="18" charset="0"/>
                            </a:rPr>
                          </m:ctrlPr>
                        </m:fPr>
                        <m:num>
                          <m:r>
                            <m:rPr>
                              <m:sty m:val="p"/>
                            </m:rPr>
                            <a:rPr lang="en-US" sz="1400" b="0" i="0">
                              <a:latin typeface="Cambria Math" panose="02040503050406030204" pitchFamily="18" charset="0"/>
                              <a:cs typeface="Times New Roman" panose="02020603050405020304" pitchFamily="18" charset="0"/>
                            </a:rPr>
                            <m:t>d</m:t>
                          </m:r>
                        </m:num>
                        <m:den>
                          <m:r>
                            <m:rPr>
                              <m:sty m:val="p"/>
                            </m:rPr>
                            <a:rPr lang="en-US" sz="1400" b="0" i="0">
                              <a:latin typeface="Cambria Math" panose="02040503050406030204" pitchFamily="18" charset="0"/>
                              <a:cs typeface="Times New Roman" panose="02020603050405020304" pitchFamily="18" charset="0"/>
                            </a:rPr>
                            <m:t>dt</m:t>
                          </m:r>
                        </m:den>
                      </m:f>
                      <m:sSub>
                        <m:sSubPr>
                          <m:ctrlPr>
                            <a:rPr lang="en-US" sz="1400" i="1">
                              <a:latin typeface="Cambria Math" panose="02040503050406030204" pitchFamily="18" charset="0"/>
                              <a:cs typeface="Times New Roman" panose="02020603050405020304" pitchFamily="18" charset="0"/>
                            </a:rPr>
                          </m:ctrlPr>
                        </m:sSubPr>
                        <m:e>
                          <m:r>
                            <m:rPr>
                              <m:sty m:val="p"/>
                            </m:rPr>
                            <a:rPr lang="en-US" sz="1400" b="0" i="0">
                              <a:latin typeface="Cambria Math" panose="02040503050406030204" pitchFamily="18" charset="0"/>
                              <a:cs typeface="Times New Roman" panose="02020603050405020304" pitchFamily="18" charset="0"/>
                            </a:rPr>
                            <m:t>i</m:t>
                          </m:r>
                        </m:e>
                        <m:sub>
                          <m:r>
                            <m:rPr>
                              <m:sty m:val="p"/>
                            </m:rPr>
                            <a:rPr lang="en-US" sz="1400" b="0" i="0">
                              <a:latin typeface="Cambria Math" panose="02040503050406030204" pitchFamily="18" charset="0"/>
                              <a:cs typeface="Times New Roman" panose="02020603050405020304" pitchFamily="18" charset="0"/>
                            </a:rPr>
                            <m:t>o</m:t>
                          </m:r>
                          <m:r>
                            <a:rPr lang="en-US" sz="1400" b="0" i="0">
                              <a:latin typeface="Cambria Math" panose="02040503050406030204" pitchFamily="18" charset="0"/>
                              <a:cs typeface="Times New Roman" panose="02020603050405020304" pitchFamily="18" charset="0"/>
                            </a:rPr>
                            <m:t>,</m:t>
                          </m:r>
                          <m:r>
                            <m:rPr>
                              <m:sty m:val="p"/>
                            </m:rPr>
                            <a:rPr lang="en-US" sz="1400" b="0" i="0">
                              <a:latin typeface="Cambria Math" panose="02040503050406030204" pitchFamily="18" charset="0"/>
                              <a:cs typeface="Times New Roman" panose="02020603050405020304" pitchFamily="18" charset="0"/>
                            </a:rPr>
                            <m:t>abc</m:t>
                          </m:r>
                        </m:sub>
                      </m:sSub>
                      <m:r>
                        <a:rPr lang="en-US" sz="1400" b="0" i="0">
                          <a:latin typeface="Cambria Math" panose="02040503050406030204" pitchFamily="18" charset="0"/>
                          <a:cs typeface="Times New Roman" panose="02020603050405020304" pitchFamily="18" charset="0"/>
                        </a:rPr>
                        <m:t>=−</m:t>
                      </m:r>
                      <m:sSub>
                        <m:sSubPr>
                          <m:ctrlPr>
                            <a:rPr lang="en-US" sz="1400" i="1">
                              <a:latin typeface="Cambria Math" panose="02040503050406030204" pitchFamily="18" charset="0"/>
                              <a:cs typeface="Times New Roman" panose="02020603050405020304" pitchFamily="18" charset="0"/>
                            </a:rPr>
                          </m:ctrlPr>
                        </m:sSubPr>
                        <m:e>
                          <m:r>
                            <m:rPr>
                              <m:sty m:val="p"/>
                            </m:rPr>
                            <a:rPr lang="en-US" sz="1400" b="0" i="0">
                              <a:latin typeface="Cambria Math" panose="02040503050406030204" pitchFamily="18" charset="0"/>
                              <a:cs typeface="Times New Roman" panose="02020603050405020304" pitchFamily="18" charset="0"/>
                            </a:rPr>
                            <m:t>R</m:t>
                          </m:r>
                        </m:e>
                        <m:sub>
                          <m:r>
                            <m:rPr>
                              <m:sty m:val="p"/>
                            </m:rPr>
                            <a:rPr lang="en-US" sz="1400" b="0" i="0">
                              <a:latin typeface="Cambria Math" panose="02040503050406030204" pitchFamily="18" charset="0"/>
                              <a:cs typeface="Times New Roman" panose="02020603050405020304" pitchFamily="18" charset="0"/>
                            </a:rPr>
                            <m:t>g</m:t>
                          </m:r>
                        </m:sub>
                      </m:sSub>
                      <m:sSub>
                        <m:sSubPr>
                          <m:ctrlPr>
                            <a:rPr lang="en-US" sz="1400" i="1">
                              <a:latin typeface="Cambria Math" panose="02040503050406030204" pitchFamily="18" charset="0"/>
                              <a:cs typeface="Times New Roman" panose="02020603050405020304" pitchFamily="18" charset="0"/>
                            </a:rPr>
                          </m:ctrlPr>
                        </m:sSubPr>
                        <m:e>
                          <m:r>
                            <m:rPr>
                              <m:sty m:val="p"/>
                            </m:rPr>
                            <a:rPr lang="en-US" sz="1400" b="0" i="0">
                              <a:latin typeface="Cambria Math" panose="02040503050406030204" pitchFamily="18" charset="0"/>
                              <a:cs typeface="Times New Roman" panose="02020603050405020304" pitchFamily="18" charset="0"/>
                            </a:rPr>
                            <m:t>i</m:t>
                          </m:r>
                        </m:e>
                        <m:sub>
                          <m:r>
                            <m:rPr>
                              <m:sty m:val="p"/>
                            </m:rPr>
                            <a:rPr lang="en-US" sz="1400" b="0" i="0">
                              <a:latin typeface="Cambria Math" panose="02040503050406030204" pitchFamily="18" charset="0"/>
                              <a:cs typeface="Times New Roman" panose="02020603050405020304" pitchFamily="18" charset="0"/>
                            </a:rPr>
                            <m:t>o</m:t>
                          </m:r>
                          <m:r>
                            <a:rPr lang="en-US" sz="1400" b="0" i="0">
                              <a:latin typeface="Cambria Math" panose="02040503050406030204" pitchFamily="18" charset="0"/>
                              <a:cs typeface="Times New Roman" panose="02020603050405020304" pitchFamily="18" charset="0"/>
                            </a:rPr>
                            <m:t>,</m:t>
                          </m:r>
                          <m:r>
                            <m:rPr>
                              <m:sty m:val="p"/>
                            </m:rPr>
                            <a:rPr lang="en-US" sz="1400" b="0" i="0">
                              <a:latin typeface="Cambria Math" panose="02040503050406030204" pitchFamily="18" charset="0"/>
                              <a:cs typeface="Times New Roman" panose="02020603050405020304" pitchFamily="18" charset="0"/>
                            </a:rPr>
                            <m:t>abc</m:t>
                          </m:r>
                        </m:sub>
                      </m:sSub>
                      <m:r>
                        <a:rPr lang="en-US" sz="1400" b="0" i="0">
                          <a:latin typeface="Cambria Math" panose="02040503050406030204" pitchFamily="18" charset="0"/>
                          <a:cs typeface="Times New Roman" panose="02020603050405020304" pitchFamily="18" charset="0"/>
                        </a:rPr>
                        <m:t>+</m:t>
                      </m:r>
                      <m:sSub>
                        <m:sSubPr>
                          <m:ctrlPr>
                            <a:rPr lang="en-US" sz="1400" i="1">
                              <a:latin typeface="Cambria Math" panose="02040503050406030204" pitchFamily="18" charset="0"/>
                              <a:cs typeface="Times New Roman" panose="02020603050405020304" pitchFamily="18" charset="0"/>
                            </a:rPr>
                          </m:ctrlPr>
                        </m:sSubPr>
                        <m:e>
                          <m:r>
                            <m:rPr>
                              <m:sty m:val="p"/>
                            </m:rPr>
                            <a:rPr lang="en-US" sz="1400" b="0" i="0">
                              <a:latin typeface="Cambria Math" panose="02040503050406030204" pitchFamily="18" charset="0"/>
                              <a:cs typeface="Times New Roman" panose="02020603050405020304" pitchFamily="18" charset="0"/>
                            </a:rPr>
                            <m:t>V</m:t>
                          </m:r>
                        </m:e>
                        <m:sub>
                          <m:r>
                            <m:rPr>
                              <m:sty m:val="p"/>
                            </m:rPr>
                            <a:rPr lang="en-US" sz="1400" b="0" i="0">
                              <a:latin typeface="Cambria Math" panose="02040503050406030204" pitchFamily="18" charset="0"/>
                              <a:cs typeface="Times New Roman" panose="02020603050405020304" pitchFamily="18" charset="0"/>
                            </a:rPr>
                            <m:t>o</m:t>
                          </m:r>
                          <m:r>
                            <a:rPr lang="en-US" sz="1400" b="0" i="0">
                              <a:latin typeface="Cambria Math" panose="02040503050406030204" pitchFamily="18" charset="0"/>
                              <a:cs typeface="Times New Roman" panose="02020603050405020304" pitchFamily="18" charset="0"/>
                            </a:rPr>
                            <m:t>,</m:t>
                          </m:r>
                          <m:r>
                            <m:rPr>
                              <m:sty m:val="p"/>
                            </m:rPr>
                            <a:rPr lang="en-US" sz="1400" b="0" i="0">
                              <a:latin typeface="Cambria Math" panose="02040503050406030204" pitchFamily="18" charset="0"/>
                              <a:cs typeface="Times New Roman" panose="02020603050405020304" pitchFamily="18" charset="0"/>
                            </a:rPr>
                            <m:t>abc</m:t>
                          </m:r>
                        </m:sub>
                      </m:sSub>
                      <m:r>
                        <a:rPr lang="en-US" sz="1400" b="0" i="0">
                          <a:latin typeface="Cambria Math" panose="02040503050406030204" pitchFamily="18" charset="0"/>
                          <a:cs typeface="Times New Roman" panose="02020603050405020304" pitchFamily="18" charset="0"/>
                        </a:rPr>
                        <m:t>−</m:t>
                      </m:r>
                      <m:sSub>
                        <m:sSubPr>
                          <m:ctrlPr>
                            <a:rPr lang="en-US" sz="1400" i="1">
                              <a:latin typeface="Cambria Math" panose="02040503050406030204" pitchFamily="18" charset="0"/>
                              <a:cs typeface="Times New Roman" panose="02020603050405020304" pitchFamily="18" charset="0"/>
                            </a:rPr>
                          </m:ctrlPr>
                        </m:sSubPr>
                        <m:e>
                          <m:r>
                            <m:rPr>
                              <m:sty m:val="p"/>
                            </m:rPr>
                            <a:rPr lang="en-US" sz="1400" b="0" i="0">
                              <a:latin typeface="Cambria Math" panose="02040503050406030204" pitchFamily="18" charset="0"/>
                              <a:cs typeface="Times New Roman" panose="02020603050405020304" pitchFamily="18" charset="0"/>
                            </a:rPr>
                            <m:t>V</m:t>
                          </m:r>
                        </m:e>
                        <m:sub>
                          <m:r>
                            <m:rPr>
                              <m:sty m:val="p"/>
                            </m:rPr>
                            <a:rPr lang="en-US" sz="1400" b="0" i="0">
                              <a:latin typeface="Cambria Math" panose="02040503050406030204" pitchFamily="18" charset="0"/>
                              <a:cs typeface="Times New Roman" panose="02020603050405020304" pitchFamily="18" charset="0"/>
                            </a:rPr>
                            <m:t>g</m:t>
                          </m:r>
                          <m:r>
                            <a:rPr lang="en-US" sz="1400" b="0" i="0">
                              <a:latin typeface="Cambria Math" panose="02040503050406030204" pitchFamily="18" charset="0"/>
                              <a:cs typeface="Times New Roman" panose="02020603050405020304" pitchFamily="18" charset="0"/>
                            </a:rPr>
                            <m:t>,</m:t>
                          </m:r>
                          <m:r>
                            <m:rPr>
                              <m:sty m:val="p"/>
                            </m:rPr>
                            <a:rPr lang="en-US" sz="1400" b="0" i="0">
                              <a:latin typeface="Cambria Math" panose="02040503050406030204" pitchFamily="18" charset="0"/>
                              <a:cs typeface="Times New Roman" panose="02020603050405020304" pitchFamily="18" charset="0"/>
                            </a:rPr>
                            <m:t>abc</m:t>
                          </m:r>
                        </m:sub>
                      </m:sSub>
                    </m:oMath>
                  </m:oMathPara>
                </a14:m>
                <a:endParaRPr lang="en-IN" sz="1400"/>
              </a:p>
            </p:txBody>
          </p:sp>
        </mc:Choice>
        <mc:Fallback xmlns="">
          <p:sp>
            <p:nvSpPr>
              <p:cNvPr id="5" name="TextBox 4">
                <a:extLst>
                  <a:ext uri="{FF2B5EF4-FFF2-40B4-BE49-F238E27FC236}">
                    <a16:creationId xmlns:a16="http://schemas.microsoft.com/office/drawing/2014/main" id="{17187A5D-C5F1-2F2B-07F5-B8D238EE5347}"/>
                  </a:ext>
                </a:extLst>
              </p:cNvPr>
              <p:cNvSpPr txBox="1">
                <a:spLocks noRot="1" noChangeAspect="1" noMove="1" noResize="1" noEditPoints="1" noAdjustHandles="1" noChangeArrowheads="1" noChangeShapeType="1" noTextEdit="1"/>
              </p:cNvSpPr>
              <p:nvPr/>
            </p:nvSpPr>
            <p:spPr>
              <a:xfrm>
                <a:off x="-371798" y="2909490"/>
                <a:ext cx="4795282" cy="91050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AD056F8-56FE-345B-2255-F95B185CC6C3}"/>
                  </a:ext>
                </a:extLst>
              </p:cNvPr>
              <p:cNvSpPr txBox="1"/>
              <p:nvPr/>
            </p:nvSpPr>
            <p:spPr>
              <a:xfrm>
                <a:off x="-1911" y="3907352"/>
                <a:ext cx="6278524" cy="1125949"/>
              </a:xfrm>
              <a:prstGeom prst="rect">
                <a:avLst/>
              </a:prstGeom>
              <a:noFill/>
            </p:spPr>
            <p:txBody>
              <a:bodyPr wrap="square">
                <a:spAutoFit/>
              </a:bodyPr>
              <a:lstStyle/>
              <a:p>
                <a:pPr marL="0" indent="0">
                  <a:buNone/>
                </a:pPr>
                <a:r>
                  <a:rPr lang="en-US" sz="1400" b="1">
                    <a:latin typeface="Times New Roman" panose="02020603050405020304" pitchFamily="18" charset="0"/>
                    <a:cs typeface="Times New Roman" panose="02020603050405020304" pitchFamily="18" charset="0"/>
                  </a:rPr>
                  <a:t>Three 2-phase time invariant differential equations :</a:t>
                </a:r>
              </a:p>
              <a:p>
                <a:pPr/>
                <a14:m>
                  <m:oMathPara xmlns:m="http://schemas.openxmlformats.org/officeDocument/2006/math">
                    <m:oMathParaPr>
                      <m:jc m:val="centerGroup"/>
                    </m:oMathParaPr>
                    <m:oMath xmlns:m="http://schemas.openxmlformats.org/officeDocument/2006/math">
                      <m:sSub>
                        <m:sSubPr>
                          <m:ctrlPr>
                            <a:rPr lang="en-IN" sz="1400" i="1" smtClean="0">
                              <a:latin typeface="Cambria Math" panose="02040503050406030204" pitchFamily="18" charset="0"/>
                              <a:cs typeface="Times New Roman" panose="02020603050405020304" pitchFamily="18" charset="0"/>
                            </a:rPr>
                          </m:ctrlPr>
                        </m:sSubPr>
                        <m:e>
                          <m:r>
                            <a:rPr lang="en-IN" sz="1400" b="0" i="0" smtClean="0">
                              <a:latin typeface="Cambria Math" panose="02040503050406030204" pitchFamily="18" charset="0"/>
                              <a:cs typeface="Times New Roman" panose="02020603050405020304" pitchFamily="18" charset="0"/>
                            </a:rPr>
                            <m:t> </m:t>
                          </m:r>
                          <m:r>
                            <m:rPr>
                              <m:sty m:val="p"/>
                            </m:rPr>
                            <a:rPr lang="en-IN" sz="1400" i="0">
                              <a:latin typeface="Cambria Math" panose="02040503050406030204" pitchFamily="18" charset="0"/>
                              <a:cs typeface="Times New Roman" panose="02020603050405020304" pitchFamily="18" charset="0"/>
                            </a:rPr>
                            <m:t>L</m:t>
                          </m:r>
                        </m:e>
                        <m:sub>
                          <m:r>
                            <m:rPr>
                              <m:sty m:val="p"/>
                            </m:rPr>
                            <a:rPr lang="en-IN" sz="1400" i="0">
                              <a:latin typeface="Cambria Math" panose="02040503050406030204" pitchFamily="18" charset="0"/>
                              <a:cs typeface="Times New Roman" panose="02020603050405020304" pitchFamily="18" charset="0"/>
                            </a:rPr>
                            <m:t>c</m:t>
                          </m:r>
                        </m:sub>
                      </m:sSub>
                      <m:f>
                        <m:fPr>
                          <m:ctrlPr>
                            <a:rPr lang="en-IN" sz="1400" i="1">
                              <a:latin typeface="Cambria Math" panose="02040503050406030204" pitchFamily="18" charset="0"/>
                              <a:cs typeface="Times New Roman" panose="02020603050405020304" pitchFamily="18" charset="0"/>
                            </a:rPr>
                          </m:ctrlPr>
                        </m:fPr>
                        <m:num>
                          <m:r>
                            <m:rPr>
                              <m:sty m:val="p"/>
                            </m:rPr>
                            <a:rPr lang="en-IN" sz="1400" i="0">
                              <a:latin typeface="Cambria Math" panose="02040503050406030204" pitchFamily="18" charset="0"/>
                              <a:cs typeface="Times New Roman" panose="02020603050405020304" pitchFamily="18" charset="0"/>
                            </a:rPr>
                            <m:t>d</m:t>
                          </m:r>
                        </m:num>
                        <m:den>
                          <m:r>
                            <m:rPr>
                              <m:sty m:val="p"/>
                            </m:rPr>
                            <a:rPr lang="en-IN" sz="1400" i="0">
                              <a:latin typeface="Cambria Math" panose="02040503050406030204" pitchFamily="18" charset="0"/>
                              <a:cs typeface="Times New Roman" panose="02020603050405020304" pitchFamily="18" charset="0"/>
                            </a:rPr>
                            <m:t>dt</m:t>
                          </m:r>
                        </m:den>
                      </m:f>
                      <m:sSub>
                        <m:sSubPr>
                          <m:ctrlPr>
                            <a:rPr lang="en-IN" sz="1400" i="1">
                              <a:latin typeface="Cambria Math" panose="02040503050406030204" pitchFamily="18" charset="0"/>
                              <a:cs typeface="Times New Roman" panose="02020603050405020304" pitchFamily="18" charset="0"/>
                            </a:rPr>
                          </m:ctrlPr>
                        </m:sSubPr>
                        <m:e>
                          <m:r>
                            <m:rPr>
                              <m:sty m:val="p"/>
                            </m:rPr>
                            <a:rPr lang="en-IN" sz="1400" i="0">
                              <a:latin typeface="Cambria Math" panose="02040503050406030204" pitchFamily="18" charset="0"/>
                              <a:cs typeface="Times New Roman" panose="02020603050405020304" pitchFamily="18" charset="0"/>
                            </a:rPr>
                            <m:t>i</m:t>
                          </m:r>
                        </m:e>
                        <m:sub>
                          <m:r>
                            <m:rPr>
                              <m:sty m:val="p"/>
                            </m:rPr>
                            <a:rPr lang="en-IN" sz="1400" i="0">
                              <a:latin typeface="Cambria Math" panose="02040503050406030204" pitchFamily="18" charset="0"/>
                              <a:cs typeface="Times New Roman" panose="02020603050405020304" pitchFamily="18" charset="0"/>
                            </a:rPr>
                            <m:t>l</m:t>
                          </m:r>
                          <m:r>
                            <a:rPr lang="en-IN" sz="1400" i="0">
                              <a:latin typeface="Cambria Math" panose="02040503050406030204" pitchFamily="18" charset="0"/>
                              <a:cs typeface="Times New Roman" panose="02020603050405020304" pitchFamily="18" charset="0"/>
                            </a:rPr>
                            <m:t>,</m:t>
                          </m:r>
                          <m:r>
                            <m:rPr>
                              <m:sty m:val="p"/>
                            </m:rPr>
                            <a:rPr lang="en-IN" sz="1400" i="0">
                              <a:latin typeface="Cambria Math" panose="02040503050406030204" pitchFamily="18" charset="0"/>
                              <a:cs typeface="Times New Roman" panose="02020603050405020304" pitchFamily="18" charset="0"/>
                            </a:rPr>
                            <m:t>dq</m:t>
                          </m:r>
                        </m:sub>
                      </m:sSub>
                      <m:r>
                        <a:rPr lang="en-IN" sz="1400" i="0">
                          <a:latin typeface="Cambria Math" panose="02040503050406030204" pitchFamily="18" charset="0"/>
                          <a:cs typeface="Times New Roman" panose="02020603050405020304" pitchFamily="18" charset="0"/>
                        </a:rPr>
                        <m:t>=−</m:t>
                      </m:r>
                      <m:sSub>
                        <m:sSubPr>
                          <m:ctrlPr>
                            <a:rPr lang="en-IN" sz="1400" i="1">
                              <a:latin typeface="Cambria Math" panose="02040503050406030204" pitchFamily="18" charset="0"/>
                              <a:cs typeface="Times New Roman" panose="02020603050405020304" pitchFamily="18" charset="0"/>
                            </a:rPr>
                          </m:ctrlPr>
                        </m:sSubPr>
                        <m:e>
                          <m:r>
                            <m:rPr>
                              <m:sty m:val="p"/>
                            </m:rPr>
                            <a:rPr lang="en-IN" sz="1400" i="0">
                              <a:latin typeface="Cambria Math" panose="02040503050406030204" pitchFamily="18" charset="0"/>
                              <a:cs typeface="Times New Roman" panose="02020603050405020304" pitchFamily="18" charset="0"/>
                            </a:rPr>
                            <m:t>R</m:t>
                          </m:r>
                        </m:e>
                        <m:sub>
                          <m:r>
                            <m:rPr>
                              <m:sty m:val="p"/>
                            </m:rPr>
                            <a:rPr lang="en-IN" sz="1400" i="0">
                              <a:latin typeface="Cambria Math" panose="02040503050406030204" pitchFamily="18" charset="0"/>
                              <a:cs typeface="Times New Roman" panose="02020603050405020304" pitchFamily="18" charset="0"/>
                            </a:rPr>
                            <m:t>c</m:t>
                          </m:r>
                        </m:sub>
                      </m:sSub>
                      <m:sSub>
                        <m:sSubPr>
                          <m:ctrlPr>
                            <a:rPr lang="en-IN" sz="1400" i="1">
                              <a:latin typeface="Cambria Math" panose="02040503050406030204" pitchFamily="18" charset="0"/>
                              <a:cs typeface="Times New Roman" panose="02020603050405020304" pitchFamily="18" charset="0"/>
                            </a:rPr>
                          </m:ctrlPr>
                        </m:sSubPr>
                        <m:e>
                          <m:r>
                            <m:rPr>
                              <m:sty m:val="p"/>
                            </m:rPr>
                            <a:rPr lang="en-IN" sz="1400" i="0">
                              <a:latin typeface="Cambria Math" panose="02040503050406030204" pitchFamily="18" charset="0"/>
                              <a:cs typeface="Times New Roman" panose="02020603050405020304" pitchFamily="18" charset="0"/>
                            </a:rPr>
                            <m:t>i</m:t>
                          </m:r>
                        </m:e>
                        <m:sub>
                          <m:r>
                            <m:rPr>
                              <m:sty m:val="p"/>
                            </m:rPr>
                            <a:rPr lang="en-IN" sz="1400" i="0">
                              <a:latin typeface="Cambria Math" panose="02040503050406030204" pitchFamily="18" charset="0"/>
                              <a:cs typeface="Times New Roman" panose="02020603050405020304" pitchFamily="18" charset="0"/>
                            </a:rPr>
                            <m:t>l</m:t>
                          </m:r>
                          <m:r>
                            <a:rPr lang="en-IN" sz="1400" i="0">
                              <a:latin typeface="Cambria Math" panose="02040503050406030204" pitchFamily="18" charset="0"/>
                              <a:cs typeface="Times New Roman" panose="02020603050405020304" pitchFamily="18" charset="0"/>
                            </a:rPr>
                            <m:t>,</m:t>
                          </m:r>
                          <m:r>
                            <m:rPr>
                              <m:sty m:val="p"/>
                            </m:rPr>
                            <a:rPr lang="en-IN" sz="1400" i="0">
                              <a:latin typeface="Cambria Math" panose="02040503050406030204" pitchFamily="18" charset="0"/>
                              <a:cs typeface="Times New Roman" panose="02020603050405020304" pitchFamily="18" charset="0"/>
                            </a:rPr>
                            <m:t>dq</m:t>
                          </m:r>
                        </m:sub>
                      </m:sSub>
                      <m:r>
                        <a:rPr lang="en-IN" sz="1400" i="0">
                          <a:latin typeface="Cambria Math" panose="02040503050406030204" pitchFamily="18" charset="0"/>
                          <a:cs typeface="Times New Roman" panose="02020603050405020304" pitchFamily="18" charset="0"/>
                        </a:rPr>
                        <m:t>+</m:t>
                      </m:r>
                      <m:sSub>
                        <m:sSubPr>
                          <m:ctrlPr>
                            <a:rPr lang="en-IN" sz="1400" i="1">
                              <a:latin typeface="Cambria Math" panose="02040503050406030204" pitchFamily="18" charset="0"/>
                              <a:cs typeface="Times New Roman" panose="02020603050405020304" pitchFamily="18" charset="0"/>
                            </a:rPr>
                          </m:ctrlPr>
                        </m:sSubPr>
                        <m:e>
                          <m:r>
                            <m:rPr>
                              <m:sty m:val="p"/>
                            </m:rPr>
                            <a:rPr lang="en-IN" sz="1400" i="0">
                              <a:latin typeface="Cambria Math" panose="02040503050406030204" pitchFamily="18" charset="0"/>
                              <a:cs typeface="Times New Roman" panose="02020603050405020304" pitchFamily="18" charset="0"/>
                            </a:rPr>
                            <m:t>V</m:t>
                          </m:r>
                        </m:e>
                        <m:sub>
                          <m:r>
                            <m:rPr>
                              <m:sty m:val="p"/>
                            </m:rPr>
                            <a:rPr lang="en-IN" sz="1400" i="0">
                              <a:latin typeface="Cambria Math" panose="02040503050406030204" pitchFamily="18" charset="0"/>
                              <a:cs typeface="Times New Roman" panose="02020603050405020304" pitchFamily="18" charset="0"/>
                            </a:rPr>
                            <m:t>c</m:t>
                          </m:r>
                          <m:r>
                            <a:rPr lang="en-IN" sz="1400" i="0">
                              <a:latin typeface="Cambria Math" panose="02040503050406030204" pitchFamily="18" charset="0"/>
                              <a:cs typeface="Times New Roman" panose="02020603050405020304" pitchFamily="18" charset="0"/>
                            </a:rPr>
                            <m:t>,</m:t>
                          </m:r>
                          <m:r>
                            <m:rPr>
                              <m:sty m:val="p"/>
                            </m:rPr>
                            <a:rPr lang="en-IN" sz="1400" i="0">
                              <a:latin typeface="Cambria Math" panose="02040503050406030204" pitchFamily="18" charset="0"/>
                              <a:cs typeface="Times New Roman" panose="02020603050405020304" pitchFamily="18" charset="0"/>
                            </a:rPr>
                            <m:t>dq</m:t>
                          </m:r>
                        </m:sub>
                      </m:sSub>
                      <m:r>
                        <a:rPr lang="en-IN" sz="1400" i="0">
                          <a:latin typeface="Cambria Math" panose="02040503050406030204" pitchFamily="18" charset="0"/>
                          <a:cs typeface="Times New Roman" panose="02020603050405020304" pitchFamily="18" charset="0"/>
                        </a:rPr>
                        <m:t>−</m:t>
                      </m:r>
                      <m:sSub>
                        <m:sSubPr>
                          <m:ctrlPr>
                            <a:rPr lang="en-IN" sz="1400" i="1">
                              <a:latin typeface="Cambria Math" panose="02040503050406030204" pitchFamily="18" charset="0"/>
                              <a:cs typeface="Times New Roman" panose="02020603050405020304" pitchFamily="18" charset="0"/>
                            </a:rPr>
                          </m:ctrlPr>
                        </m:sSubPr>
                        <m:e>
                          <m:r>
                            <m:rPr>
                              <m:sty m:val="p"/>
                            </m:rPr>
                            <a:rPr lang="en-IN" sz="1400" i="0">
                              <a:latin typeface="Cambria Math" panose="02040503050406030204" pitchFamily="18" charset="0"/>
                              <a:cs typeface="Times New Roman" panose="02020603050405020304" pitchFamily="18" charset="0"/>
                            </a:rPr>
                            <m:t>V</m:t>
                          </m:r>
                        </m:e>
                        <m:sub>
                          <m:r>
                            <m:rPr>
                              <m:sty m:val="p"/>
                            </m:rPr>
                            <a:rPr lang="en-IN" sz="1400" i="0">
                              <a:latin typeface="Cambria Math" panose="02040503050406030204" pitchFamily="18" charset="0"/>
                              <a:cs typeface="Times New Roman" panose="02020603050405020304" pitchFamily="18" charset="0"/>
                            </a:rPr>
                            <m:t>o</m:t>
                          </m:r>
                          <m:r>
                            <a:rPr lang="en-IN" sz="1400" i="0">
                              <a:latin typeface="Cambria Math" panose="02040503050406030204" pitchFamily="18" charset="0"/>
                              <a:cs typeface="Times New Roman" panose="02020603050405020304" pitchFamily="18" charset="0"/>
                            </a:rPr>
                            <m:t>,</m:t>
                          </m:r>
                          <m:r>
                            <m:rPr>
                              <m:sty m:val="p"/>
                            </m:rPr>
                            <a:rPr lang="en-IN" sz="1400" i="0">
                              <a:latin typeface="Cambria Math" panose="02040503050406030204" pitchFamily="18" charset="0"/>
                              <a:cs typeface="Times New Roman" panose="02020603050405020304" pitchFamily="18" charset="0"/>
                            </a:rPr>
                            <m:t>dq</m:t>
                          </m:r>
                        </m:sub>
                      </m:sSub>
                      <m:r>
                        <a:rPr lang="en-IN" sz="1400" i="0">
                          <a:latin typeface="Cambria Math" panose="02040503050406030204" pitchFamily="18" charset="0"/>
                          <a:cs typeface="Times New Roman" panose="02020603050405020304" pitchFamily="18" charset="0"/>
                        </a:rPr>
                        <m:t>±</m:t>
                      </m:r>
                      <m:r>
                        <m:rPr>
                          <m:sty m:val="p"/>
                        </m:rPr>
                        <a:rPr lang="en-IN" sz="1400" i="0">
                          <a:latin typeface="Cambria Math" panose="02040503050406030204" pitchFamily="18" charset="0"/>
                          <a:cs typeface="Times New Roman" panose="02020603050405020304" pitchFamily="18" charset="0"/>
                        </a:rPr>
                        <m:t>jω</m:t>
                      </m:r>
                      <m:sSub>
                        <m:sSubPr>
                          <m:ctrlPr>
                            <a:rPr lang="en-IN" sz="1400" i="1">
                              <a:latin typeface="Cambria Math" panose="02040503050406030204" pitchFamily="18" charset="0"/>
                              <a:cs typeface="Times New Roman" panose="02020603050405020304" pitchFamily="18" charset="0"/>
                            </a:rPr>
                          </m:ctrlPr>
                        </m:sSubPr>
                        <m:e>
                          <m:r>
                            <m:rPr>
                              <m:sty m:val="p"/>
                            </m:rPr>
                            <a:rPr lang="en-IN" sz="1400" i="0">
                              <a:latin typeface="Cambria Math" panose="02040503050406030204" pitchFamily="18" charset="0"/>
                              <a:cs typeface="Times New Roman" panose="02020603050405020304" pitchFamily="18" charset="0"/>
                            </a:rPr>
                            <m:t>L</m:t>
                          </m:r>
                        </m:e>
                        <m:sub>
                          <m:r>
                            <m:rPr>
                              <m:sty m:val="p"/>
                            </m:rPr>
                            <a:rPr lang="en-IN" sz="1400" i="0">
                              <a:latin typeface="Cambria Math" panose="02040503050406030204" pitchFamily="18" charset="0"/>
                              <a:cs typeface="Times New Roman" panose="02020603050405020304" pitchFamily="18" charset="0"/>
                            </a:rPr>
                            <m:t>c</m:t>
                          </m:r>
                        </m:sub>
                      </m:sSub>
                      <m:sSub>
                        <m:sSubPr>
                          <m:ctrlPr>
                            <a:rPr lang="en-IN" sz="1400" i="1">
                              <a:latin typeface="Cambria Math" panose="02040503050406030204" pitchFamily="18" charset="0"/>
                              <a:cs typeface="Times New Roman" panose="02020603050405020304" pitchFamily="18" charset="0"/>
                            </a:rPr>
                          </m:ctrlPr>
                        </m:sSubPr>
                        <m:e>
                          <m:r>
                            <m:rPr>
                              <m:sty m:val="p"/>
                            </m:rPr>
                            <a:rPr lang="en-IN" sz="1400" i="0">
                              <a:latin typeface="Cambria Math" panose="02040503050406030204" pitchFamily="18" charset="0"/>
                              <a:cs typeface="Times New Roman" panose="02020603050405020304" pitchFamily="18" charset="0"/>
                            </a:rPr>
                            <m:t>i</m:t>
                          </m:r>
                        </m:e>
                        <m:sub>
                          <m:r>
                            <m:rPr>
                              <m:sty m:val="p"/>
                            </m:rPr>
                            <a:rPr lang="en-IN" sz="1400" i="0">
                              <a:latin typeface="Cambria Math" panose="02040503050406030204" pitchFamily="18" charset="0"/>
                              <a:cs typeface="Times New Roman" panose="02020603050405020304" pitchFamily="18" charset="0"/>
                            </a:rPr>
                            <m:t>l</m:t>
                          </m:r>
                          <m:r>
                            <a:rPr lang="en-IN" sz="1400" i="0">
                              <a:latin typeface="Cambria Math" panose="02040503050406030204" pitchFamily="18" charset="0"/>
                              <a:cs typeface="Times New Roman" panose="02020603050405020304" pitchFamily="18" charset="0"/>
                            </a:rPr>
                            <m:t>,</m:t>
                          </m:r>
                          <m:r>
                            <m:rPr>
                              <m:sty m:val="p"/>
                            </m:rPr>
                            <a:rPr lang="en-IN" sz="1400" i="0">
                              <a:latin typeface="Cambria Math" panose="02040503050406030204" pitchFamily="18" charset="0"/>
                              <a:cs typeface="Times New Roman" panose="02020603050405020304" pitchFamily="18" charset="0"/>
                            </a:rPr>
                            <m:t>dq</m:t>
                          </m:r>
                        </m:sub>
                      </m:sSub>
                    </m:oMath>
                  </m:oMathPara>
                </a14:m>
                <a:endParaRPr lang="en-IN" sz="140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IN" sz="1400" i="1" dirty="0" smtClean="0">
                              <a:latin typeface="Cambria Math" panose="02040503050406030204" pitchFamily="18" charset="0"/>
                              <a:cs typeface="Times New Roman" panose="02020603050405020304" pitchFamily="18" charset="0"/>
                            </a:rPr>
                          </m:ctrlPr>
                        </m:sSubPr>
                        <m:e>
                          <m:r>
                            <a:rPr lang="en-IN" sz="1400" b="0" i="0" dirty="0" smtClean="0">
                              <a:latin typeface="Cambria Math" panose="02040503050406030204" pitchFamily="18" charset="0"/>
                              <a:cs typeface="Times New Roman" panose="02020603050405020304" pitchFamily="18" charset="0"/>
                            </a:rPr>
                            <m:t> </m:t>
                          </m:r>
                          <m:r>
                            <m:rPr>
                              <m:sty m:val="p"/>
                            </m:rPr>
                            <a:rPr lang="en-IN" sz="1400" i="0" dirty="0" smtClean="0">
                              <a:latin typeface="Cambria Math" panose="02040503050406030204" pitchFamily="18" charset="0"/>
                              <a:cs typeface="Times New Roman" panose="02020603050405020304" pitchFamily="18" charset="0"/>
                            </a:rPr>
                            <m:t>L</m:t>
                          </m:r>
                        </m:e>
                        <m:sub>
                          <m:r>
                            <m:rPr>
                              <m:sty m:val="p"/>
                            </m:rPr>
                            <a:rPr lang="en-IN" sz="1400" i="0" dirty="0" smtClean="0">
                              <a:latin typeface="Cambria Math" panose="02040503050406030204" pitchFamily="18" charset="0"/>
                              <a:cs typeface="Times New Roman" panose="02020603050405020304" pitchFamily="18" charset="0"/>
                            </a:rPr>
                            <m:t>g</m:t>
                          </m:r>
                        </m:sub>
                      </m:sSub>
                      <m:f>
                        <m:fPr>
                          <m:ctrlPr>
                            <a:rPr lang="en-IN" sz="1400" i="1" dirty="0" smtClean="0">
                              <a:latin typeface="Cambria Math" panose="02040503050406030204" pitchFamily="18" charset="0"/>
                              <a:cs typeface="Times New Roman" panose="02020603050405020304" pitchFamily="18" charset="0"/>
                            </a:rPr>
                          </m:ctrlPr>
                        </m:fPr>
                        <m:num>
                          <m:r>
                            <m:rPr>
                              <m:sty m:val="p"/>
                            </m:rPr>
                            <a:rPr lang="en-IN" sz="1400" i="0" dirty="0">
                              <a:latin typeface="Cambria Math" panose="02040503050406030204" pitchFamily="18" charset="0"/>
                              <a:cs typeface="Times New Roman" panose="02020603050405020304" pitchFamily="18" charset="0"/>
                            </a:rPr>
                            <m:t>d</m:t>
                          </m:r>
                        </m:num>
                        <m:den>
                          <m:r>
                            <m:rPr>
                              <m:sty m:val="p"/>
                            </m:rPr>
                            <a:rPr lang="en-IN" sz="1400" i="0" dirty="0">
                              <a:latin typeface="Cambria Math" panose="02040503050406030204" pitchFamily="18" charset="0"/>
                              <a:cs typeface="Times New Roman" panose="02020603050405020304" pitchFamily="18" charset="0"/>
                            </a:rPr>
                            <m:t>dt</m:t>
                          </m:r>
                        </m:den>
                      </m:f>
                      <m:sSub>
                        <m:sSubPr>
                          <m:ctrlPr>
                            <a:rPr lang="en-IN" sz="1400" i="1" dirty="0">
                              <a:latin typeface="Cambria Math" panose="02040503050406030204" pitchFamily="18" charset="0"/>
                              <a:cs typeface="Times New Roman" panose="02020603050405020304" pitchFamily="18" charset="0"/>
                            </a:rPr>
                          </m:ctrlPr>
                        </m:sSubPr>
                        <m:e>
                          <m:r>
                            <m:rPr>
                              <m:sty m:val="p"/>
                            </m:rPr>
                            <a:rPr lang="en-IN" sz="1400" i="0" dirty="0" err="1">
                              <a:latin typeface="Cambria Math" panose="02040503050406030204" pitchFamily="18" charset="0"/>
                              <a:cs typeface="Times New Roman" panose="02020603050405020304" pitchFamily="18" charset="0"/>
                            </a:rPr>
                            <m:t>i</m:t>
                          </m:r>
                        </m:e>
                        <m:sub>
                          <m:r>
                            <m:rPr>
                              <m:sty m:val="p"/>
                            </m:rPr>
                            <a:rPr lang="en-IN" sz="1400" i="0" dirty="0" err="1">
                              <a:latin typeface="Cambria Math" panose="02040503050406030204" pitchFamily="18" charset="0"/>
                              <a:cs typeface="Times New Roman" panose="02020603050405020304" pitchFamily="18" charset="0"/>
                            </a:rPr>
                            <m:t>g</m:t>
                          </m:r>
                          <m:r>
                            <a:rPr lang="en-IN" sz="1400" i="0" dirty="0" err="1">
                              <a:latin typeface="Cambria Math" panose="02040503050406030204" pitchFamily="18" charset="0"/>
                              <a:cs typeface="Times New Roman" panose="02020603050405020304" pitchFamily="18" charset="0"/>
                            </a:rPr>
                            <m:t>,</m:t>
                          </m:r>
                          <m:r>
                            <m:rPr>
                              <m:sty m:val="p"/>
                            </m:rPr>
                            <a:rPr lang="en-IN" sz="1400" i="0" dirty="0" err="1">
                              <a:latin typeface="Cambria Math" panose="02040503050406030204" pitchFamily="18" charset="0"/>
                              <a:cs typeface="Times New Roman" panose="02020603050405020304" pitchFamily="18" charset="0"/>
                            </a:rPr>
                            <m:t>dq</m:t>
                          </m:r>
                        </m:sub>
                      </m:sSub>
                      <m:r>
                        <a:rPr lang="en-IN" sz="1400" i="0" dirty="0">
                          <a:latin typeface="Cambria Math" panose="02040503050406030204" pitchFamily="18" charset="0"/>
                          <a:cs typeface="Times New Roman" panose="02020603050405020304" pitchFamily="18" charset="0"/>
                        </a:rPr>
                        <m:t>=−</m:t>
                      </m:r>
                      <m:sSub>
                        <m:sSubPr>
                          <m:ctrlPr>
                            <a:rPr lang="en-IN" sz="1400" i="1" dirty="0" err="1">
                              <a:latin typeface="Cambria Math" panose="02040503050406030204" pitchFamily="18" charset="0"/>
                              <a:cs typeface="Times New Roman" panose="02020603050405020304" pitchFamily="18" charset="0"/>
                            </a:rPr>
                          </m:ctrlPr>
                        </m:sSubPr>
                        <m:e>
                          <m:r>
                            <m:rPr>
                              <m:sty m:val="p"/>
                            </m:rPr>
                            <a:rPr lang="en-IN" sz="1400" i="0" dirty="0" err="1">
                              <a:latin typeface="Cambria Math" panose="02040503050406030204" pitchFamily="18" charset="0"/>
                              <a:cs typeface="Times New Roman" panose="02020603050405020304" pitchFamily="18" charset="0"/>
                            </a:rPr>
                            <m:t>R</m:t>
                          </m:r>
                        </m:e>
                        <m:sub>
                          <m:r>
                            <m:rPr>
                              <m:sty m:val="p"/>
                            </m:rPr>
                            <a:rPr lang="en-IN" sz="1400" i="0" dirty="0" err="1">
                              <a:latin typeface="Cambria Math" panose="02040503050406030204" pitchFamily="18" charset="0"/>
                              <a:cs typeface="Times New Roman" panose="02020603050405020304" pitchFamily="18" charset="0"/>
                            </a:rPr>
                            <m:t>g</m:t>
                          </m:r>
                        </m:sub>
                      </m:sSub>
                      <m:sSub>
                        <m:sSubPr>
                          <m:ctrlPr>
                            <a:rPr lang="en-IN" sz="1400" i="1" dirty="0">
                              <a:latin typeface="Cambria Math" panose="02040503050406030204" pitchFamily="18" charset="0"/>
                              <a:cs typeface="Times New Roman" panose="02020603050405020304" pitchFamily="18" charset="0"/>
                            </a:rPr>
                          </m:ctrlPr>
                        </m:sSubPr>
                        <m:e>
                          <m:r>
                            <m:rPr>
                              <m:sty m:val="p"/>
                            </m:rPr>
                            <a:rPr lang="en-IN" sz="1400" i="0" dirty="0" err="1">
                              <a:latin typeface="Cambria Math" panose="02040503050406030204" pitchFamily="18" charset="0"/>
                              <a:cs typeface="Times New Roman" panose="02020603050405020304" pitchFamily="18" charset="0"/>
                            </a:rPr>
                            <m:t>i</m:t>
                          </m:r>
                        </m:e>
                        <m:sub>
                          <m:r>
                            <m:rPr>
                              <m:sty m:val="p"/>
                            </m:rPr>
                            <a:rPr lang="en-IN" sz="1400" i="0" dirty="0" err="1">
                              <a:latin typeface="Cambria Math" panose="02040503050406030204" pitchFamily="18" charset="0"/>
                              <a:cs typeface="Times New Roman" panose="02020603050405020304" pitchFamily="18" charset="0"/>
                            </a:rPr>
                            <m:t>g</m:t>
                          </m:r>
                          <m:r>
                            <a:rPr lang="en-IN" sz="1400" i="0" dirty="0" err="1">
                              <a:latin typeface="Cambria Math" panose="02040503050406030204" pitchFamily="18" charset="0"/>
                              <a:cs typeface="Times New Roman" panose="02020603050405020304" pitchFamily="18" charset="0"/>
                            </a:rPr>
                            <m:t>,</m:t>
                          </m:r>
                          <m:r>
                            <m:rPr>
                              <m:sty m:val="p"/>
                            </m:rPr>
                            <a:rPr lang="en-IN" sz="1400" i="0" dirty="0" err="1">
                              <a:latin typeface="Cambria Math" panose="02040503050406030204" pitchFamily="18" charset="0"/>
                              <a:cs typeface="Times New Roman" panose="02020603050405020304" pitchFamily="18" charset="0"/>
                            </a:rPr>
                            <m:t>dq</m:t>
                          </m:r>
                        </m:sub>
                      </m:sSub>
                      <m:r>
                        <a:rPr lang="en-IN" sz="1400" i="0" dirty="0">
                          <a:latin typeface="Cambria Math" panose="02040503050406030204" pitchFamily="18" charset="0"/>
                          <a:cs typeface="Times New Roman" panose="02020603050405020304" pitchFamily="18" charset="0"/>
                        </a:rPr>
                        <m:t>+</m:t>
                      </m:r>
                      <m:sSub>
                        <m:sSubPr>
                          <m:ctrlPr>
                            <a:rPr lang="en-IN" sz="1400" i="1" dirty="0">
                              <a:latin typeface="Cambria Math" panose="02040503050406030204" pitchFamily="18" charset="0"/>
                              <a:cs typeface="Times New Roman" panose="02020603050405020304" pitchFamily="18" charset="0"/>
                            </a:rPr>
                          </m:ctrlPr>
                        </m:sSubPr>
                        <m:e>
                          <m:r>
                            <m:rPr>
                              <m:sty m:val="p"/>
                            </m:rPr>
                            <a:rPr lang="en-IN" sz="1400" i="0" dirty="0">
                              <a:latin typeface="Cambria Math" panose="02040503050406030204" pitchFamily="18" charset="0"/>
                              <a:cs typeface="Times New Roman" panose="02020603050405020304" pitchFamily="18" charset="0"/>
                            </a:rPr>
                            <m:t>V</m:t>
                          </m:r>
                        </m:e>
                        <m:sub>
                          <m:r>
                            <m:rPr>
                              <m:sty m:val="p"/>
                            </m:rPr>
                            <a:rPr lang="en-IN" sz="1400" i="0" dirty="0" err="1">
                              <a:latin typeface="Cambria Math" panose="02040503050406030204" pitchFamily="18" charset="0"/>
                              <a:cs typeface="Times New Roman" panose="02020603050405020304" pitchFamily="18" charset="0"/>
                            </a:rPr>
                            <m:t>o</m:t>
                          </m:r>
                          <m:r>
                            <a:rPr lang="en-IN" sz="1400" i="0" dirty="0" err="1">
                              <a:latin typeface="Cambria Math" panose="02040503050406030204" pitchFamily="18" charset="0"/>
                              <a:cs typeface="Times New Roman" panose="02020603050405020304" pitchFamily="18" charset="0"/>
                            </a:rPr>
                            <m:t>,</m:t>
                          </m:r>
                          <m:r>
                            <m:rPr>
                              <m:sty m:val="p"/>
                            </m:rPr>
                            <a:rPr lang="en-IN" sz="1400" i="0" dirty="0" err="1">
                              <a:latin typeface="Cambria Math" panose="02040503050406030204" pitchFamily="18" charset="0"/>
                              <a:cs typeface="Times New Roman" panose="02020603050405020304" pitchFamily="18" charset="0"/>
                            </a:rPr>
                            <m:t>dq</m:t>
                          </m:r>
                        </m:sub>
                      </m:sSub>
                      <m:r>
                        <a:rPr lang="en-IN" sz="1400" i="0" dirty="0">
                          <a:latin typeface="Cambria Math" panose="02040503050406030204" pitchFamily="18" charset="0"/>
                          <a:cs typeface="Times New Roman" panose="02020603050405020304" pitchFamily="18" charset="0"/>
                        </a:rPr>
                        <m:t>−</m:t>
                      </m:r>
                      <m:sSub>
                        <m:sSubPr>
                          <m:ctrlPr>
                            <a:rPr lang="en-IN" sz="1400" i="1" dirty="0">
                              <a:latin typeface="Cambria Math" panose="02040503050406030204" pitchFamily="18" charset="0"/>
                              <a:cs typeface="Times New Roman" panose="02020603050405020304" pitchFamily="18" charset="0"/>
                            </a:rPr>
                          </m:ctrlPr>
                        </m:sSubPr>
                        <m:e>
                          <m:r>
                            <m:rPr>
                              <m:sty m:val="p"/>
                            </m:rPr>
                            <a:rPr lang="en-IN" sz="1400" i="0" dirty="0">
                              <a:latin typeface="Cambria Math" panose="02040503050406030204" pitchFamily="18" charset="0"/>
                              <a:cs typeface="Times New Roman" panose="02020603050405020304" pitchFamily="18" charset="0"/>
                            </a:rPr>
                            <m:t>V</m:t>
                          </m:r>
                        </m:e>
                        <m:sub>
                          <m:r>
                            <m:rPr>
                              <m:sty m:val="p"/>
                            </m:rPr>
                            <a:rPr lang="en-IN" sz="1400" i="0" dirty="0" err="1">
                              <a:latin typeface="Cambria Math" panose="02040503050406030204" pitchFamily="18" charset="0"/>
                              <a:cs typeface="Times New Roman" panose="02020603050405020304" pitchFamily="18" charset="0"/>
                            </a:rPr>
                            <m:t>g</m:t>
                          </m:r>
                          <m:r>
                            <a:rPr lang="en-IN" sz="1400" i="0" dirty="0" err="1">
                              <a:latin typeface="Cambria Math" panose="02040503050406030204" pitchFamily="18" charset="0"/>
                              <a:cs typeface="Times New Roman" panose="02020603050405020304" pitchFamily="18" charset="0"/>
                            </a:rPr>
                            <m:t>,</m:t>
                          </m:r>
                          <m:r>
                            <m:rPr>
                              <m:sty m:val="p"/>
                            </m:rPr>
                            <a:rPr lang="en-IN" sz="1400" i="0" dirty="0" err="1">
                              <a:latin typeface="Cambria Math" panose="02040503050406030204" pitchFamily="18" charset="0"/>
                              <a:cs typeface="Times New Roman" panose="02020603050405020304" pitchFamily="18" charset="0"/>
                            </a:rPr>
                            <m:t>dq</m:t>
                          </m:r>
                        </m:sub>
                      </m:sSub>
                      <m:r>
                        <a:rPr lang="en-IN" sz="1400" i="0" dirty="0">
                          <a:latin typeface="Cambria Math" panose="02040503050406030204" pitchFamily="18" charset="0"/>
                          <a:cs typeface="Times New Roman" panose="02020603050405020304" pitchFamily="18" charset="0"/>
                        </a:rPr>
                        <m:t>±</m:t>
                      </m:r>
                      <m:r>
                        <m:rPr>
                          <m:sty m:val="p"/>
                        </m:rPr>
                        <a:rPr lang="en-IN" sz="1400" i="0" dirty="0">
                          <a:latin typeface="Cambria Math" panose="02040503050406030204" pitchFamily="18" charset="0"/>
                          <a:cs typeface="Times New Roman" panose="02020603050405020304" pitchFamily="18" charset="0"/>
                        </a:rPr>
                        <m:t>jω</m:t>
                      </m:r>
                      <m:sSub>
                        <m:sSubPr>
                          <m:ctrlPr>
                            <a:rPr lang="en-IN" sz="1400" i="1" dirty="0" err="1">
                              <a:latin typeface="Cambria Math" panose="02040503050406030204" pitchFamily="18" charset="0"/>
                              <a:cs typeface="Times New Roman" panose="02020603050405020304" pitchFamily="18" charset="0"/>
                            </a:rPr>
                          </m:ctrlPr>
                        </m:sSubPr>
                        <m:e>
                          <m:r>
                            <m:rPr>
                              <m:sty m:val="p"/>
                            </m:rPr>
                            <a:rPr lang="en-IN" sz="1400" i="0" dirty="0" err="1">
                              <a:latin typeface="Cambria Math" panose="02040503050406030204" pitchFamily="18" charset="0"/>
                              <a:cs typeface="Times New Roman" panose="02020603050405020304" pitchFamily="18" charset="0"/>
                            </a:rPr>
                            <m:t>L</m:t>
                          </m:r>
                        </m:e>
                        <m:sub>
                          <m:r>
                            <m:rPr>
                              <m:sty m:val="p"/>
                            </m:rPr>
                            <a:rPr lang="en-IN" sz="1400" i="0" dirty="0" err="1">
                              <a:latin typeface="Cambria Math" panose="02040503050406030204" pitchFamily="18" charset="0"/>
                              <a:cs typeface="Times New Roman" panose="02020603050405020304" pitchFamily="18" charset="0"/>
                            </a:rPr>
                            <m:t>g</m:t>
                          </m:r>
                        </m:sub>
                      </m:sSub>
                      <m:sSub>
                        <m:sSubPr>
                          <m:ctrlPr>
                            <a:rPr lang="en-IN" sz="1400" i="1" dirty="0">
                              <a:latin typeface="Cambria Math" panose="02040503050406030204" pitchFamily="18" charset="0"/>
                              <a:cs typeface="Times New Roman" panose="02020603050405020304" pitchFamily="18" charset="0"/>
                            </a:rPr>
                          </m:ctrlPr>
                        </m:sSubPr>
                        <m:e>
                          <m:r>
                            <m:rPr>
                              <m:sty m:val="p"/>
                            </m:rPr>
                            <a:rPr lang="en-IN" sz="1400" i="0" dirty="0" err="1">
                              <a:latin typeface="Cambria Math" panose="02040503050406030204" pitchFamily="18" charset="0"/>
                              <a:cs typeface="Times New Roman" panose="02020603050405020304" pitchFamily="18" charset="0"/>
                            </a:rPr>
                            <m:t>i</m:t>
                          </m:r>
                        </m:e>
                        <m:sub>
                          <m:r>
                            <m:rPr>
                              <m:sty m:val="p"/>
                            </m:rPr>
                            <a:rPr lang="en-IN" sz="1400" i="0" dirty="0" err="1">
                              <a:latin typeface="Cambria Math" panose="02040503050406030204" pitchFamily="18" charset="0"/>
                              <a:cs typeface="Times New Roman" panose="02020603050405020304" pitchFamily="18" charset="0"/>
                            </a:rPr>
                            <m:t>g</m:t>
                          </m:r>
                          <m:r>
                            <a:rPr lang="en-IN" sz="1400" i="0" dirty="0" err="1">
                              <a:latin typeface="Cambria Math" panose="02040503050406030204" pitchFamily="18" charset="0"/>
                              <a:cs typeface="Times New Roman" panose="02020603050405020304" pitchFamily="18" charset="0"/>
                            </a:rPr>
                            <m:t>,</m:t>
                          </m:r>
                          <m:r>
                            <m:rPr>
                              <m:sty m:val="p"/>
                            </m:rPr>
                            <a:rPr lang="en-IN" sz="1400" i="0" dirty="0" err="1">
                              <a:latin typeface="Cambria Math" panose="02040503050406030204" pitchFamily="18" charset="0"/>
                              <a:cs typeface="Times New Roman" panose="02020603050405020304" pitchFamily="18" charset="0"/>
                            </a:rPr>
                            <m:t>dq</m:t>
                          </m:r>
                        </m:sub>
                      </m:sSub>
                    </m:oMath>
                  </m:oMathPara>
                </a14:m>
                <a:endParaRPr lang="en-IN" sz="1400">
                  <a:latin typeface="Times New Roman" panose="02020603050405020304" pitchFamily="18"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1AD056F8-56FE-345B-2255-F95B185CC6C3}"/>
                  </a:ext>
                </a:extLst>
              </p:cNvPr>
              <p:cNvSpPr txBox="1">
                <a:spLocks noRot="1" noChangeAspect="1" noMove="1" noResize="1" noEditPoints="1" noAdjustHandles="1" noChangeArrowheads="1" noChangeShapeType="1" noTextEdit="1"/>
              </p:cNvSpPr>
              <p:nvPr/>
            </p:nvSpPr>
            <p:spPr>
              <a:xfrm>
                <a:off x="-1911" y="3907352"/>
                <a:ext cx="6278524" cy="1125949"/>
              </a:xfrm>
              <a:prstGeom prst="rect">
                <a:avLst/>
              </a:prstGeom>
              <a:blipFill>
                <a:blip r:embed="rId4"/>
                <a:stretch>
                  <a:fillRect l="-291" t="-10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3FE5D84-A354-A9FF-7F46-8142F57A3C03}"/>
                  </a:ext>
                </a:extLst>
              </p:cNvPr>
              <p:cNvSpPr txBox="1"/>
              <p:nvPr/>
            </p:nvSpPr>
            <p:spPr>
              <a:xfrm>
                <a:off x="-688476" y="5208013"/>
                <a:ext cx="7058283" cy="973472"/>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sSubSup>
                        <m:sSubSupPr>
                          <m:ctrlPr>
                            <a:rPr lang="en-IN" sz="1400" i="1" smtClean="0">
                              <a:latin typeface="Cambria Math" panose="02040503050406030204" pitchFamily="18" charset="0"/>
                              <a:cs typeface="Times New Roman" panose="02020603050405020304" pitchFamily="18" charset="0"/>
                            </a:rPr>
                          </m:ctrlPr>
                        </m:sSubSupPr>
                        <m:e>
                          <m:r>
                            <m:rPr>
                              <m:sty m:val="p"/>
                            </m:rPr>
                            <a:rPr lang="en-IN" sz="1400" i="0">
                              <a:latin typeface="Cambria Math" panose="02040503050406030204" pitchFamily="18" charset="0"/>
                              <a:cs typeface="Times New Roman" panose="02020603050405020304" pitchFamily="18" charset="0"/>
                            </a:rPr>
                            <m:t>v</m:t>
                          </m:r>
                        </m:e>
                        <m:sub>
                          <m:r>
                            <m:rPr>
                              <m:sty m:val="p"/>
                            </m:rPr>
                            <a:rPr lang="en-IN" sz="1400" b="0" i="0" smtClean="0">
                              <a:latin typeface="Cambria Math" panose="02040503050406030204" pitchFamily="18" charset="0"/>
                              <a:cs typeface="Times New Roman" panose="02020603050405020304" pitchFamily="18" charset="0"/>
                            </a:rPr>
                            <m:t>c</m:t>
                          </m:r>
                          <m:r>
                            <m:rPr>
                              <m:sty m:val="p"/>
                            </m:rPr>
                            <a:rPr lang="en-IN" sz="1400" i="0">
                              <a:latin typeface="Cambria Math" panose="02040503050406030204" pitchFamily="18" charset="0"/>
                              <a:cs typeface="Times New Roman" panose="02020603050405020304" pitchFamily="18" charset="0"/>
                            </a:rPr>
                            <m:t>d</m:t>
                          </m:r>
                        </m:sub>
                        <m:sup>
                          <m:r>
                            <a:rPr lang="en-IN" sz="1400" i="0">
                              <a:latin typeface="Cambria Math" panose="02040503050406030204" pitchFamily="18" charset="0"/>
                              <a:cs typeface="Times New Roman" panose="02020603050405020304" pitchFamily="18" charset="0"/>
                            </a:rPr>
                            <m:t>∗</m:t>
                          </m:r>
                        </m:sup>
                      </m:sSubSup>
                      <m:r>
                        <a:rPr lang="en-IN" sz="1400" i="0">
                          <a:latin typeface="Cambria Math" panose="02040503050406030204" pitchFamily="18" charset="0"/>
                          <a:cs typeface="Times New Roman" panose="02020603050405020304" pitchFamily="18" charset="0"/>
                        </a:rPr>
                        <m:t>=</m:t>
                      </m:r>
                      <m:r>
                        <m:rPr>
                          <m:sty m:val="p"/>
                        </m:rPr>
                        <a:rPr lang="en-IN" sz="1400" i="0">
                          <a:latin typeface="Cambria Math" panose="02040503050406030204" pitchFamily="18" charset="0"/>
                          <a:cs typeface="Times New Roman" panose="02020603050405020304" pitchFamily="18" charset="0"/>
                        </a:rPr>
                        <m:t>ωL</m:t>
                      </m:r>
                      <m:sSub>
                        <m:sSubPr>
                          <m:ctrlPr>
                            <a:rPr lang="en-IN" sz="1400" i="1">
                              <a:latin typeface="Cambria Math" panose="02040503050406030204" pitchFamily="18" charset="0"/>
                              <a:cs typeface="Times New Roman" panose="02020603050405020304" pitchFamily="18" charset="0"/>
                            </a:rPr>
                          </m:ctrlPr>
                        </m:sSubPr>
                        <m:e>
                          <m:r>
                            <m:rPr>
                              <m:sty m:val="p"/>
                            </m:rPr>
                            <a:rPr lang="en-IN" sz="1400" i="0">
                              <a:latin typeface="Cambria Math" panose="02040503050406030204" pitchFamily="18" charset="0"/>
                              <a:cs typeface="Times New Roman" panose="02020603050405020304" pitchFamily="18" charset="0"/>
                            </a:rPr>
                            <m:t>i</m:t>
                          </m:r>
                        </m:e>
                        <m:sub>
                          <m:r>
                            <m:rPr>
                              <m:sty m:val="p"/>
                            </m:rPr>
                            <a:rPr lang="en-IN" sz="1400" i="0">
                              <a:latin typeface="Cambria Math" panose="02040503050406030204" pitchFamily="18" charset="0"/>
                              <a:cs typeface="Times New Roman" panose="02020603050405020304" pitchFamily="18" charset="0"/>
                            </a:rPr>
                            <m:t>gq</m:t>
                          </m:r>
                        </m:sub>
                      </m:sSub>
                      <m:r>
                        <a:rPr lang="en-IN" sz="1400" i="0">
                          <a:latin typeface="Cambria Math" panose="02040503050406030204" pitchFamily="18" charset="0"/>
                          <a:cs typeface="Times New Roman" panose="02020603050405020304" pitchFamily="18" charset="0"/>
                        </a:rPr>
                        <m:t>+</m:t>
                      </m:r>
                      <m:r>
                        <m:rPr>
                          <m:sty m:val="p"/>
                        </m:rPr>
                        <a:rPr lang="en-IN" sz="1400" i="0">
                          <a:latin typeface="Cambria Math" panose="02040503050406030204" pitchFamily="18" charset="0"/>
                          <a:cs typeface="Times New Roman" panose="02020603050405020304" pitchFamily="18" charset="0"/>
                        </a:rPr>
                        <m:t>R</m:t>
                      </m:r>
                      <m:sSub>
                        <m:sSubPr>
                          <m:ctrlPr>
                            <a:rPr lang="en-IN" sz="1400" i="1">
                              <a:latin typeface="Cambria Math" panose="02040503050406030204" pitchFamily="18" charset="0"/>
                              <a:cs typeface="Times New Roman" panose="02020603050405020304" pitchFamily="18" charset="0"/>
                            </a:rPr>
                          </m:ctrlPr>
                        </m:sSubPr>
                        <m:e>
                          <m:r>
                            <m:rPr>
                              <m:sty m:val="p"/>
                            </m:rPr>
                            <a:rPr lang="en-IN" sz="1400" i="0">
                              <a:latin typeface="Cambria Math" panose="02040503050406030204" pitchFamily="18" charset="0"/>
                              <a:cs typeface="Times New Roman" panose="02020603050405020304" pitchFamily="18" charset="0"/>
                            </a:rPr>
                            <m:t>i</m:t>
                          </m:r>
                        </m:e>
                        <m:sub>
                          <m:r>
                            <m:rPr>
                              <m:sty m:val="p"/>
                            </m:rPr>
                            <a:rPr lang="en-IN" sz="1400" i="0">
                              <a:latin typeface="Cambria Math" panose="02040503050406030204" pitchFamily="18" charset="0"/>
                              <a:cs typeface="Times New Roman" panose="02020603050405020304" pitchFamily="18" charset="0"/>
                            </a:rPr>
                            <m:t>gd</m:t>
                          </m:r>
                        </m:sub>
                      </m:sSub>
                      <m:r>
                        <a:rPr lang="en-IN" sz="1400" i="0">
                          <a:latin typeface="Cambria Math" panose="02040503050406030204" pitchFamily="18" charset="0"/>
                          <a:cs typeface="Times New Roman" panose="02020603050405020304" pitchFamily="18" charset="0"/>
                        </a:rPr>
                        <m:t>+</m:t>
                      </m:r>
                      <m:sSub>
                        <m:sSubPr>
                          <m:ctrlPr>
                            <a:rPr lang="en-IN" sz="1400" i="1">
                              <a:latin typeface="Cambria Math" panose="02040503050406030204" pitchFamily="18" charset="0"/>
                              <a:cs typeface="Times New Roman" panose="02020603050405020304" pitchFamily="18" charset="0"/>
                            </a:rPr>
                          </m:ctrlPr>
                        </m:sSubPr>
                        <m:e>
                          <m:r>
                            <m:rPr>
                              <m:sty m:val="p"/>
                            </m:rPr>
                            <a:rPr lang="en-IN" sz="1400" i="0">
                              <a:latin typeface="Cambria Math" panose="02040503050406030204" pitchFamily="18" charset="0"/>
                              <a:cs typeface="Times New Roman" panose="02020603050405020304" pitchFamily="18" charset="0"/>
                            </a:rPr>
                            <m:t>k</m:t>
                          </m:r>
                        </m:e>
                        <m:sub>
                          <m:r>
                            <m:rPr>
                              <m:sty m:val="p"/>
                            </m:rPr>
                            <a:rPr lang="en-IN" sz="1400" i="0">
                              <a:latin typeface="Cambria Math" panose="02040503050406030204" pitchFamily="18" charset="0"/>
                              <a:cs typeface="Times New Roman" panose="02020603050405020304" pitchFamily="18" charset="0"/>
                            </a:rPr>
                            <m:t>p</m:t>
                          </m:r>
                        </m:sub>
                      </m:sSub>
                      <m:d>
                        <m:dPr>
                          <m:ctrlPr>
                            <a:rPr lang="en-IN" sz="1400" i="1">
                              <a:latin typeface="Cambria Math" panose="02040503050406030204" pitchFamily="18" charset="0"/>
                              <a:cs typeface="Times New Roman" panose="02020603050405020304" pitchFamily="18" charset="0"/>
                            </a:rPr>
                          </m:ctrlPr>
                        </m:dPr>
                        <m:e>
                          <m:sSubSup>
                            <m:sSubSupPr>
                              <m:ctrlPr>
                                <a:rPr lang="en-IN" sz="1400" i="1">
                                  <a:latin typeface="Cambria Math" panose="02040503050406030204" pitchFamily="18" charset="0"/>
                                  <a:cs typeface="Times New Roman" panose="02020603050405020304" pitchFamily="18" charset="0"/>
                                </a:rPr>
                              </m:ctrlPr>
                            </m:sSubSupPr>
                            <m:e>
                              <m:r>
                                <m:rPr>
                                  <m:sty m:val="p"/>
                                </m:rPr>
                                <a:rPr lang="en-IN" sz="1400" i="0">
                                  <a:latin typeface="Cambria Math" panose="02040503050406030204" pitchFamily="18" charset="0"/>
                                  <a:cs typeface="Times New Roman" panose="02020603050405020304" pitchFamily="18" charset="0"/>
                                </a:rPr>
                                <m:t>i</m:t>
                              </m:r>
                            </m:e>
                            <m:sub>
                              <m:r>
                                <m:rPr>
                                  <m:sty m:val="p"/>
                                </m:rPr>
                                <a:rPr lang="en-IN" sz="1400" i="0">
                                  <a:latin typeface="Cambria Math" panose="02040503050406030204" pitchFamily="18" charset="0"/>
                                  <a:cs typeface="Times New Roman" panose="02020603050405020304" pitchFamily="18" charset="0"/>
                                </a:rPr>
                                <m:t>gd</m:t>
                              </m:r>
                            </m:sub>
                            <m:sup>
                              <m:r>
                                <a:rPr lang="en-IN" sz="1400" i="0">
                                  <a:latin typeface="Cambria Math" panose="02040503050406030204" pitchFamily="18" charset="0"/>
                                  <a:cs typeface="Times New Roman" panose="02020603050405020304" pitchFamily="18" charset="0"/>
                                </a:rPr>
                                <m:t>∗</m:t>
                              </m:r>
                            </m:sup>
                          </m:sSubSup>
                          <m:r>
                            <a:rPr lang="en-IN" sz="1400" i="0">
                              <a:latin typeface="Cambria Math" panose="02040503050406030204" pitchFamily="18" charset="0"/>
                              <a:cs typeface="Times New Roman" panose="02020603050405020304" pitchFamily="18" charset="0"/>
                            </a:rPr>
                            <m:t>−</m:t>
                          </m:r>
                          <m:sSub>
                            <m:sSubPr>
                              <m:ctrlPr>
                                <a:rPr lang="en-IN" sz="1400" i="1">
                                  <a:latin typeface="Cambria Math" panose="02040503050406030204" pitchFamily="18" charset="0"/>
                                  <a:cs typeface="Times New Roman" panose="02020603050405020304" pitchFamily="18" charset="0"/>
                                </a:rPr>
                              </m:ctrlPr>
                            </m:sSubPr>
                            <m:e>
                              <m:r>
                                <m:rPr>
                                  <m:sty m:val="p"/>
                                </m:rPr>
                                <a:rPr lang="en-IN" sz="1400" i="0">
                                  <a:latin typeface="Cambria Math" panose="02040503050406030204" pitchFamily="18" charset="0"/>
                                  <a:cs typeface="Times New Roman" panose="02020603050405020304" pitchFamily="18" charset="0"/>
                                </a:rPr>
                                <m:t>i</m:t>
                              </m:r>
                            </m:e>
                            <m:sub>
                              <m:r>
                                <m:rPr>
                                  <m:sty m:val="p"/>
                                </m:rPr>
                                <a:rPr lang="en-IN" sz="1400" i="0">
                                  <a:latin typeface="Cambria Math" panose="02040503050406030204" pitchFamily="18" charset="0"/>
                                  <a:cs typeface="Times New Roman" panose="02020603050405020304" pitchFamily="18" charset="0"/>
                                </a:rPr>
                                <m:t>gd</m:t>
                              </m:r>
                            </m:sub>
                          </m:sSub>
                        </m:e>
                      </m:d>
                      <m:r>
                        <a:rPr lang="en-IN" sz="1400" i="0">
                          <a:latin typeface="Cambria Math" panose="02040503050406030204" pitchFamily="18" charset="0"/>
                          <a:cs typeface="Times New Roman" panose="02020603050405020304" pitchFamily="18" charset="0"/>
                        </a:rPr>
                        <m:t>+</m:t>
                      </m:r>
                      <m:sSub>
                        <m:sSubPr>
                          <m:ctrlPr>
                            <a:rPr lang="en-IN" sz="1400" i="1">
                              <a:latin typeface="Cambria Math" panose="02040503050406030204" pitchFamily="18" charset="0"/>
                              <a:cs typeface="Times New Roman" panose="02020603050405020304" pitchFamily="18" charset="0"/>
                            </a:rPr>
                          </m:ctrlPr>
                        </m:sSubPr>
                        <m:e>
                          <m:r>
                            <m:rPr>
                              <m:sty m:val="p"/>
                            </m:rPr>
                            <a:rPr lang="en-IN" sz="1400" i="0">
                              <a:latin typeface="Cambria Math" panose="02040503050406030204" pitchFamily="18" charset="0"/>
                              <a:cs typeface="Times New Roman" panose="02020603050405020304" pitchFamily="18" charset="0"/>
                            </a:rPr>
                            <m:t>k</m:t>
                          </m:r>
                        </m:e>
                        <m:sub>
                          <m:r>
                            <m:rPr>
                              <m:sty m:val="p"/>
                            </m:rPr>
                            <a:rPr lang="en-IN" sz="1400" i="0">
                              <a:latin typeface="Cambria Math" panose="02040503050406030204" pitchFamily="18" charset="0"/>
                              <a:cs typeface="Times New Roman" panose="02020603050405020304" pitchFamily="18" charset="0"/>
                            </a:rPr>
                            <m:t>i</m:t>
                          </m:r>
                        </m:sub>
                      </m:sSub>
                      <m:nary>
                        <m:naryPr>
                          <m:subHide m:val="on"/>
                          <m:supHide m:val="on"/>
                          <m:ctrlPr>
                            <a:rPr lang="en-IN" sz="1400" i="1">
                              <a:latin typeface="Cambria Math" panose="02040503050406030204" pitchFamily="18" charset="0"/>
                              <a:cs typeface="Times New Roman" panose="02020603050405020304" pitchFamily="18" charset="0"/>
                            </a:rPr>
                          </m:ctrlPr>
                        </m:naryPr>
                        <m:sub/>
                        <m:sup/>
                        <m:e>
                          <m:d>
                            <m:dPr>
                              <m:ctrlPr>
                                <a:rPr lang="en-IN" sz="1400" i="1">
                                  <a:latin typeface="Cambria Math" panose="02040503050406030204" pitchFamily="18" charset="0"/>
                                  <a:cs typeface="Times New Roman" panose="02020603050405020304" pitchFamily="18" charset="0"/>
                                </a:rPr>
                              </m:ctrlPr>
                            </m:dPr>
                            <m:e>
                              <m:sSubSup>
                                <m:sSubSupPr>
                                  <m:ctrlPr>
                                    <a:rPr lang="en-IN" sz="1400" i="1">
                                      <a:latin typeface="Cambria Math" panose="02040503050406030204" pitchFamily="18" charset="0"/>
                                      <a:cs typeface="Times New Roman" panose="02020603050405020304" pitchFamily="18" charset="0"/>
                                    </a:rPr>
                                  </m:ctrlPr>
                                </m:sSubSupPr>
                                <m:e>
                                  <m:r>
                                    <m:rPr>
                                      <m:sty m:val="p"/>
                                    </m:rPr>
                                    <a:rPr lang="en-IN" sz="1400" i="0">
                                      <a:latin typeface="Cambria Math" panose="02040503050406030204" pitchFamily="18" charset="0"/>
                                      <a:cs typeface="Times New Roman" panose="02020603050405020304" pitchFamily="18" charset="0"/>
                                    </a:rPr>
                                    <m:t>i</m:t>
                                  </m:r>
                                </m:e>
                                <m:sub>
                                  <m:r>
                                    <m:rPr>
                                      <m:sty m:val="p"/>
                                    </m:rPr>
                                    <a:rPr lang="en-IN" sz="1400" i="0">
                                      <a:latin typeface="Cambria Math" panose="02040503050406030204" pitchFamily="18" charset="0"/>
                                      <a:cs typeface="Times New Roman" panose="02020603050405020304" pitchFamily="18" charset="0"/>
                                    </a:rPr>
                                    <m:t>gd</m:t>
                                  </m:r>
                                </m:sub>
                                <m:sup>
                                  <m:r>
                                    <a:rPr lang="en-IN" sz="1400" i="0">
                                      <a:latin typeface="Cambria Math" panose="02040503050406030204" pitchFamily="18" charset="0"/>
                                      <a:cs typeface="Times New Roman" panose="02020603050405020304" pitchFamily="18" charset="0"/>
                                    </a:rPr>
                                    <m:t>∗</m:t>
                                  </m:r>
                                </m:sup>
                              </m:sSubSup>
                              <m:r>
                                <a:rPr lang="en-IN" sz="1400" i="0">
                                  <a:latin typeface="Cambria Math" panose="02040503050406030204" pitchFamily="18" charset="0"/>
                                  <a:cs typeface="Times New Roman" panose="02020603050405020304" pitchFamily="18" charset="0"/>
                                </a:rPr>
                                <m:t>−</m:t>
                              </m:r>
                              <m:sSub>
                                <m:sSubPr>
                                  <m:ctrlPr>
                                    <a:rPr lang="en-IN" sz="1400" i="1">
                                      <a:latin typeface="Cambria Math" panose="02040503050406030204" pitchFamily="18" charset="0"/>
                                      <a:cs typeface="Times New Roman" panose="02020603050405020304" pitchFamily="18" charset="0"/>
                                    </a:rPr>
                                  </m:ctrlPr>
                                </m:sSubPr>
                                <m:e>
                                  <m:r>
                                    <m:rPr>
                                      <m:sty m:val="p"/>
                                    </m:rPr>
                                    <a:rPr lang="en-IN" sz="1400" i="0">
                                      <a:latin typeface="Cambria Math" panose="02040503050406030204" pitchFamily="18" charset="0"/>
                                      <a:cs typeface="Times New Roman" panose="02020603050405020304" pitchFamily="18" charset="0"/>
                                    </a:rPr>
                                    <m:t>i</m:t>
                                  </m:r>
                                </m:e>
                                <m:sub>
                                  <m:r>
                                    <m:rPr>
                                      <m:sty m:val="p"/>
                                    </m:rPr>
                                    <a:rPr lang="en-IN" sz="1400" i="0">
                                      <a:latin typeface="Cambria Math" panose="02040503050406030204" pitchFamily="18" charset="0"/>
                                      <a:cs typeface="Times New Roman" panose="02020603050405020304" pitchFamily="18" charset="0"/>
                                    </a:rPr>
                                    <m:t>gd</m:t>
                                  </m:r>
                                </m:sub>
                              </m:sSub>
                            </m:e>
                          </m:d>
                        </m:e>
                      </m:nary>
                      <m:r>
                        <a:rPr lang="en-IN" sz="1400" i="0">
                          <a:latin typeface="Cambria Math" panose="02040503050406030204" pitchFamily="18" charset="0"/>
                          <a:cs typeface="Times New Roman" panose="02020603050405020304" pitchFamily="18" charset="0"/>
                        </a:rPr>
                        <m:t> </m:t>
                      </m:r>
                      <m:r>
                        <m:rPr>
                          <m:sty m:val="p"/>
                        </m:rPr>
                        <a:rPr lang="en-IN" sz="1400" i="0">
                          <a:latin typeface="Cambria Math" panose="02040503050406030204" pitchFamily="18" charset="0"/>
                          <a:cs typeface="Times New Roman" panose="02020603050405020304" pitchFamily="18" charset="0"/>
                        </a:rPr>
                        <m:t>dt</m:t>
                      </m:r>
                    </m:oMath>
                  </m:oMathPara>
                </a14:m>
                <a:endParaRPr lang="en-IN" sz="140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Sup>
                        <m:sSubSupPr>
                          <m:ctrlPr>
                            <a:rPr lang="en-IN" sz="1400" i="1" smtClean="0">
                              <a:latin typeface="Cambria Math" panose="02040503050406030204" pitchFamily="18" charset="0"/>
                              <a:cs typeface="Times New Roman" panose="02020603050405020304" pitchFamily="18" charset="0"/>
                            </a:rPr>
                          </m:ctrlPr>
                        </m:sSubSupPr>
                        <m:e>
                          <m:r>
                            <m:rPr>
                              <m:sty m:val="p"/>
                            </m:rPr>
                            <a:rPr lang="en-IN" sz="1400" i="0">
                              <a:latin typeface="Cambria Math" panose="02040503050406030204" pitchFamily="18" charset="0"/>
                              <a:cs typeface="Times New Roman" panose="02020603050405020304" pitchFamily="18" charset="0"/>
                            </a:rPr>
                            <m:t>v</m:t>
                          </m:r>
                        </m:e>
                        <m:sub>
                          <m:r>
                            <m:rPr>
                              <m:sty m:val="p"/>
                            </m:rPr>
                            <a:rPr lang="en-IN" sz="1400" b="0" i="0" smtClean="0">
                              <a:latin typeface="Cambria Math" panose="02040503050406030204" pitchFamily="18" charset="0"/>
                              <a:cs typeface="Times New Roman" panose="02020603050405020304" pitchFamily="18" charset="0"/>
                            </a:rPr>
                            <m:t>c</m:t>
                          </m:r>
                          <m:r>
                            <m:rPr>
                              <m:sty m:val="p"/>
                            </m:rPr>
                            <a:rPr lang="en-IN" sz="1400" i="0">
                              <a:latin typeface="Cambria Math" panose="02040503050406030204" pitchFamily="18" charset="0"/>
                              <a:cs typeface="Times New Roman" panose="02020603050405020304" pitchFamily="18" charset="0"/>
                            </a:rPr>
                            <m:t>q</m:t>
                          </m:r>
                        </m:sub>
                        <m:sup>
                          <m:r>
                            <a:rPr lang="en-IN" sz="1400" i="0">
                              <a:latin typeface="Cambria Math" panose="02040503050406030204" pitchFamily="18" charset="0"/>
                              <a:cs typeface="Times New Roman" panose="02020603050405020304" pitchFamily="18" charset="0"/>
                            </a:rPr>
                            <m:t>∗</m:t>
                          </m:r>
                        </m:sup>
                      </m:sSubSup>
                      <m:r>
                        <a:rPr lang="en-IN" sz="1400" i="0">
                          <a:latin typeface="Cambria Math" panose="02040503050406030204" pitchFamily="18" charset="0"/>
                          <a:cs typeface="Times New Roman" panose="02020603050405020304" pitchFamily="18" charset="0"/>
                        </a:rPr>
                        <m:t>=−</m:t>
                      </m:r>
                      <m:r>
                        <m:rPr>
                          <m:sty m:val="p"/>
                        </m:rPr>
                        <a:rPr lang="en-IN" sz="1400" i="0">
                          <a:latin typeface="Cambria Math" panose="02040503050406030204" pitchFamily="18" charset="0"/>
                          <a:cs typeface="Times New Roman" panose="02020603050405020304" pitchFamily="18" charset="0"/>
                        </a:rPr>
                        <m:t>ωL</m:t>
                      </m:r>
                      <m:sSub>
                        <m:sSubPr>
                          <m:ctrlPr>
                            <a:rPr lang="en-IN" sz="1400" i="1">
                              <a:latin typeface="Cambria Math" panose="02040503050406030204" pitchFamily="18" charset="0"/>
                              <a:cs typeface="Times New Roman" panose="02020603050405020304" pitchFamily="18" charset="0"/>
                            </a:rPr>
                          </m:ctrlPr>
                        </m:sSubPr>
                        <m:e>
                          <m:r>
                            <m:rPr>
                              <m:sty m:val="p"/>
                            </m:rPr>
                            <a:rPr lang="en-IN" sz="1400" i="0">
                              <a:latin typeface="Cambria Math" panose="02040503050406030204" pitchFamily="18" charset="0"/>
                              <a:cs typeface="Times New Roman" panose="02020603050405020304" pitchFamily="18" charset="0"/>
                            </a:rPr>
                            <m:t>i</m:t>
                          </m:r>
                        </m:e>
                        <m:sub>
                          <m:r>
                            <m:rPr>
                              <m:sty m:val="p"/>
                            </m:rPr>
                            <a:rPr lang="en-IN" sz="1400" i="0">
                              <a:latin typeface="Cambria Math" panose="02040503050406030204" pitchFamily="18" charset="0"/>
                              <a:cs typeface="Times New Roman" panose="02020603050405020304" pitchFamily="18" charset="0"/>
                            </a:rPr>
                            <m:t>gd</m:t>
                          </m:r>
                        </m:sub>
                      </m:sSub>
                      <m:r>
                        <a:rPr lang="en-IN" sz="1400" i="0">
                          <a:latin typeface="Cambria Math" panose="02040503050406030204" pitchFamily="18" charset="0"/>
                          <a:cs typeface="Times New Roman" panose="02020603050405020304" pitchFamily="18" charset="0"/>
                        </a:rPr>
                        <m:t>+</m:t>
                      </m:r>
                      <m:r>
                        <m:rPr>
                          <m:sty m:val="p"/>
                        </m:rPr>
                        <a:rPr lang="en-IN" sz="1400" i="0">
                          <a:latin typeface="Cambria Math" panose="02040503050406030204" pitchFamily="18" charset="0"/>
                          <a:cs typeface="Times New Roman" panose="02020603050405020304" pitchFamily="18" charset="0"/>
                        </a:rPr>
                        <m:t>R</m:t>
                      </m:r>
                      <m:sSub>
                        <m:sSubPr>
                          <m:ctrlPr>
                            <a:rPr lang="en-IN" sz="1400" i="1">
                              <a:latin typeface="Cambria Math" panose="02040503050406030204" pitchFamily="18" charset="0"/>
                              <a:cs typeface="Times New Roman" panose="02020603050405020304" pitchFamily="18" charset="0"/>
                            </a:rPr>
                          </m:ctrlPr>
                        </m:sSubPr>
                        <m:e>
                          <m:r>
                            <m:rPr>
                              <m:sty m:val="p"/>
                            </m:rPr>
                            <a:rPr lang="en-IN" sz="1400" i="0">
                              <a:latin typeface="Cambria Math" panose="02040503050406030204" pitchFamily="18" charset="0"/>
                              <a:cs typeface="Times New Roman" panose="02020603050405020304" pitchFamily="18" charset="0"/>
                            </a:rPr>
                            <m:t>i</m:t>
                          </m:r>
                        </m:e>
                        <m:sub>
                          <m:r>
                            <m:rPr>
                              <m:sty m:val="p"/>
                            </m:rPr>
                            <a:rPr lang="en-IN" sz="1400" i="0">
                              <a:latin typeface="Cambria Math" panose="02040503050406030204" pitchFamily="18" charset="0"/>
                              <a:cs typeface="Times New Roman" panose="02020603050405020304" pitchFamily="18" charset="0"/>
                            </a:rPr>
                            <m:t>gq</m:t>
                          </m:r>
                        </m:sub>
                      </m:sSub>
                      <m:r>
                        <a:rPr lang="en-IN" sz="1400" i="0">
                          <a:latin typeface="Cambria Math" panose="02040503050406030204" pitchFamily="18" charset="0"/>
                          <a:cs typeface="Times New Roman" panose="02020603050405020304" pitchFamily="18" charset="0"/>
                        </a:rPr>
                        <m:t>+</m:t>
                      </m:r>
                      <m:sSub>
                        <m:sSubPr>
                          <m:ctrlPr>
                            <a:rPr lang="en-IN" sz="1400" i="1">
                              <a:latin typeface="Cambria Math" panose="02040503050406030204" pitchFamily="18" charset="0"/>
                              <a:cs typeface="Times New Roman" panose="02020603050405020304" pitchFamily="18" charset="0"/>
                            </a:rPr>
                          </m:ctrlPr>
                        </m:sSubPr>
                        <m:e>
                          <m:r>
                            <m:rPr>
                              <m:sty m:val="p"/>
                            </m:rPr>
                            <a:rPr lang="en-IN" sz="1400" i="0">
                              <a:latin typeface="Cambria Math" panose="02040503050406030204" pitchFamily="18" charset="0"/>
                              <a:cs typeface="Times New Roman" panose="02020603050405020304" pitchFamily="18" charset="0"/>
                            </a:rPr>
                            <m:t>k</m:t>
                          </m:r>
                        </m:e>
                        <m:sub>
                          <m:r>
                            <m:rPr>
                              <m:sty m:val="p"/>
                            </m:rPr>
                            <a:rPr lang="en-IN" sz="1400" i="0">
                              <a:latin typeface="Cambria Math" panose="02040503050406030204" pitchFamily="18" charset="0"/>
                              <a:cs typeface="Times New Roman" panose="02020603050405020304" pitchFamily="18" charset="0"/>
                            </a:rPr>
                            <m:t>p</m:t>
                          </m:r>
                        </m:sub>
                      </m:sSub>
                      <m:d>
                        <m:dPr>
                          <m:ctrlPr>
                            <a:rPr lang="en-IN" sz="1400" i="1">
                              <a:latin typeface="Cambria Math" panose="02040503050406030204" pitchFamily="18" charset="0"/>
                              <a:cs typeface="Times New Roman" panose="02020603050405020304" pitchFamily="18" charset="0"/>
                            </a:rPr>
                          </m:ctrlPr>
                        </m:dPr>
                        <m:e>
                          <m:sSubSup>
                            <m:sSubSupPr>
                              <m:ctrlPr>
                                <a:rPr lang="en-IN" sz="1400" i="1">
                                  <a:latin typeface="Cambria Math" panose="02040503050406030204" pitchFamily="18" charset="0"/>
                                  <a:cs typeface="Times New Roman" panose="02020603050405020304" pitchFamily="18" charset="0"/>
                                </a:rPr>
                              </m:ctrlPr>
                            </m:sSubSupPr>
                            <m:e>
                              <m:r>
                                <m:rPr>
                                  <m:sty m:val="p"/>
                                </m:rPr>
                                <a:rPr lang="en-IN" sz="1400" i="0">
                                  <a:latin typeface="Cambria Math" panose="02040503050406030204" pitchFamily="18" charset="0"/>
                                  <a:cs typeface="Times New Roman" panose="02020603050405020304" pitchFamily="18" charset="0"/>
                                </a:rPr>
                                <m:t>i</m:t>
                              </m:r>
                            </m:e>
                            <m:sub>
                              <m:r>
                                <m:rPr>
                                  <m:sty m:val="p"/>
                                </m:rPr>
                                <a:rPr lang="en-IN" sz="1400" i="0">
                                  <a:latin typeface="Cambria Math" panose="02040503050406030204" pitchFamily="18" charset="0"/>
                                  <a:cs typeface="Times New Roman" panose="02020603050405020304" pitchFamily="18" charset="0"/>
                                </a:rPr>
                                <m:t>gq</m:t>
                              </m:r>
                            </m:sub>
                            <m:sup>
                              <m:r>
                                <a:rPr lang="en-IN" sz="1400" i="0">
                                  <a:latin typeface="Cambria Math" panose="02040503050406030204" pitchFamily="18" charset="0"/>
                                  <a:cs typeface="Times New Roman" panose="02020603050405020304" pitchFamily="18" charset="0"/>
                                </a:rPr>
                                <m:t>∗</m:t>
                              </m:r>
                            </m:sup>
                          </m:sSubSup>
                          <m:r>
                            <a:rPr lang="en-IN" sz="1400" i="0">
                              <a:latin typeface="Cambria Math" panose="02040503050406030204" pitchFamily="18" charset="0"/>
                              <a:cs typeface="Times New Roman" panose="02020603050405020304" pitchFamily="18" charset="0"/>
                            </a:rPr>
                            <m:t>−</m:t>
                          </m:r>
                          <m:sSub>
                            <m:sSubPr>
                              <m:ctrlPr>
                                <a:rPr lang="en-IN" sz="1400" i="1">
                                  <a:latin typeface="Cambria Math" panose="02040503050406030204" pitchFamily="18" charset="0"/>
                                  <a:cs typeface="Times New Roman" panose="02020603050405020304" pitchFamily="18" charset="0"/>
                                </a:rPr>
                              </m:ctrlPr>
                            </m:sSubPr>
                            <m:e>
                              <m:r>
                                <m:rPr>
                                  <m:sty m:val="p"/>
                                </m:rPr>
                                <a:rPr lang="en-IN" sz="1400" i="0">
                                  <a:latin typeface="Cambria Math" panose="02040503050406030204" pitchFamily="18" charset="0"/>
                                  <a:cs typeface="Times New Roman" panose="02020603050405020304" pitchFamily="18" charset="0"/>
                                </a:rPr>
                                <m:t>i</m:t>
                              </m:r>
                            </m:e>
                            <m:sub>
                              <m:r>
                                <m:rPr>
                                  <m:sty m:val="p"/>
                                </m:rPr>
                                <a:rPr lang="en-IN" sz="1400" i="0">
                                  <a:latin typeface="Cambria Math" panose="02040503050406030204" pitchFamily="18" charset="0"/>
                                  <a:cs typeface="Times New Roman" panose="02020603050405020304" pitchFamily="18" charset="0"/>
                                </a:rPr>
                                <m:t>gq</m:t>
                              </m:r>
                            </m:sub>
                          </m:sSub>
                        </m:e>
                      </m:d>
                      <m:r>
                        <a:rPr lang="en-IN" sz="1400" i="0">
                          <a:latin typeface="Cambria Math" panose="02040503050406030204" pitchFamily="18" charset="0"/>
                          <a:cs typeface="Times New Roman" panose="02020603050405020304" pitchFamily="18" charset="0"/>
                        </a:rPr>
                        <m:t>+</m:t>
                      </m:r>
                      <m:sSub>
                        <m:sSubPr>
                          <m:ctrlPr>
                            <a:rPr lang="en-IN" sz="1400" i="1">
                              <a:latin typeface="Cambria Math" panose="02040503050406030204" pitchFamily="18" charset="0"/>
                              <a:cs typeface="Times New Roman" panose="02020603050405020304" pitchFamily="18" charset="0"/>
                            </a:rPr>
                          </m:ctrlPr>
                        </m:sSubPr>
                        <m:e>
                          <m:r>
                            <m:rPr>
                              <m:sty m:val="p"/>
                            </m:rPr>
                            <a:rPr lang="en-IN" sz="1400" i="0">
                              <a:latin typeface="Cambria Math" panose="02040503050406030204" pitchFamily="18" charset="0"/>
                              <a:cs typeface="Times New Roman" panose="02020603050405020304" pitchFamily="18" charset="0"/>
                            </a:rPr>
                            <m:t>k</m:t>
                          </m:r>
                        </m:e>
                        <m:sub>
                          <m:r>
                            <m:rPr>
                              <m:sty m:val="p"/>
                            </m:rPr>
                            <a:rPr lang="en-IN" sz="1400" i="0">
                              <a:latin typeface="Cambria Math" panose="02040503050406030204" pitchFamily="18" charset="0"/>
                              <a:cs typeface="Times New Roman" panose="02020603050405020304" pitchFamily="18" charset="0"/>
                            </a:rPr>
                            <m:t>i</m:t>
                          </m:r>
                        </m:sub>
                      </m:sSub>
                      <m:nary>
                        <m:naryPr>
                          <m:subHide m:val="on"/>
                          <m:supHide m:val="on"/>
                          <m:ctrlPr>
                            <a:rPr lang="en-IN" sz="1400" i="1">
                              <a:latin typeface="Cambria Math" panose="02040503050406030204" pitchFamily="18" charset="0"/>
                              <a:cs typeface="Times New Roman" panose="02020603050405020304" pitchFamily="18" charset="0"/>
                            </a:rPr>
                          </m:ctrlPr>
                        </m:naryPr>
                        <m:sub/>
                        <m:sup/>
                        <m:e>
                          <m:d>
                            <m:dPr>
                              <m:ctrlPr>
                                <a:rPr lang="en-IN" sz="1400" i="1">
                                  <a:latin typeface="Cambria Math" panose="02040503050406030204" pitchFamily="18" charset="0"/>
                                  <a:cs typeface="Times New Roman" panose="02020603050405020304" pitchFamily="18" charset="0"/>
                                </a:rPr>
                              </m:ctrlPr>
                            </m:dPr>
                            <m:e>
                              <m:sSubSup>
                                <m:sSubSupPr>
                                  <m:ctrlPr>
                                    <a:rPr lang="en-IN" sz="1400" i="1">
                                      <a:latin typeface="Cambria Math" panose="02040503050406030204" pitchFamily="18" charset="0"/>
                                      <a:cs typeface="Times New Roman" panose="02020603050405020304" pitchFamily="18" charset="0"/>
                                    </a:rPr>
                                  </m:ctrlPr>
                                </m:sSubSupPr>
                                <m:e>
                                  <m:r>
                                    <m:rPr>
                                      <m:sty m:val="p"/>
                                    </m:rPr>
                                    <a:rPr lang="en-IN" sz="1400" i="0">
                                      <a:latin typeface="Cambria Math" panose="02040503050406030204" pitchFamily="18" charset="0"/>
                                      <a:cs typeface="Times New Roman" panose="02020603050405020304" pitchFamily="18" charset="0"/>
                                    </a:rPr>
                                    <m:t>i</m:t>
                                  </m:r>
                                </m:e>
                                <m:sub>
                                  <m:r>
                                    <m:rPr>
                                      <m:sty m:val="p"/>
                                    </m:rPr>
                                    <a:rPr lang="en-IN" sz="1400" i="0">
                                      <a:latin typeface="Cambria Math" panose="02040503050406030204" pitchFamily="18" charset="0"/>
                                      <a:cs typeface="Times New Roman" panose="02020603050405020304" pitchFamily="18" charset="0"/>
                                    </a:rPr>
                                    <m:t>gq</m:t>
                                  </m:r>
                                </m:sub>
                                <m:sup>
                                  <m:r>
                                    <a:rPr lang="en-IN" sz="1400" i="0">
                                      <a:latin typeface="Cambria Math" panose="02040503050406030204" pitchFamily="18" charset="0"/>
                                      <a:cs typeface="Times New Roman" panose="02020603050405020304" pitchFamily="18" charset="0"/>
                                    </a:rPr>
                                    <m:t>∗</m:t>
                                  </m:r>
                                </m:sup>
                              </m:sSubSup>
                              <m:r>
                                <a:rPr lang="en-IN" sz="1400" i="0">
                                  <a:latin typeface="Cambria Math" panose="02040503050406030204" pitchFamily="18" charset="0"/>
                                  <a:cs typeface="Times New Roman" panose="02020603050405020304" pitchFamily="18" charset="0"/>
                                </a:rPr>
                                <m:t>−</m:t>
                              </m:r>
                              <m:sSub>
                                <m:sSubPr>
                                  <m:ctrlPr>
                                    <a:rPr lang="en-IN" sz="1400" i="1">
                                      <a:latin typeface="Cambria Math" panose="02040503050406030204" pitchFamily="18" charset="0"/>
                                      <a:cs typeface="Times New Roman" panose="02020603050405020304" pitchFamily="18" charset="0"/>
                                    </a:rPr>
                                  </m:ctrlPr>
                                </m:sSubPr>
                                <m:e>
                                  <m:r>
                                    <m:rPr>
                                      <m:sty m:val="p"/>
                                    </m:rPr>
                                    <a:rPr lang="en-IN" sz="1400" i="0">
                                      <a:latin typeface="Cambria Math" panose="02040503050406030204" pitchFamily="18" charset="0"/>
                                      <a:cs typeface="Times New Roman" panose="02020603050405020304" pitchFamily="18" charset="0"/>
                                    </a:rPr>
                                    <m:t>i</m:t>
                                  </m:r>
                                </m:e>
                                <m:sub>
                                  <m:r>
                                    <m:rPr>
                                      <m:sty m:val="p"/>
                                    </m:rPr>
                                    <a:rPr lang="en-IN" sz="1400" i="0">
                                      <a:latin typeface="Cambria Math" panose="02040503050406030204" pitchFamily="18" charset="0"/>
                                      <a:cs typeface="Times New Roman" panose="02020603050405020304" pitchFamily="18" charset="0"/>
                                    </a:rPr>
                                    <m:t>gq</m:t>
                                  </m:r>
                                </m:sub>
                              </m:sSub>
                            </m:e>
                          </m:d>
                        </m:e>
                      </m:nary>
                      <m:r>
                        <a:rPr lang="en-IN" sz="1400" i="0">
                          <a:latin typeface="Cambria Math" panose="02040503050406030204" pitchFamily="18" charset="0"/>
                          <a:cs typeface="Times New Roman" panose="02020603050405020304" pitchFamily="18" charset="0"/>
                        </a:rPr>
                        <m:t> </m:t>
                      </m:r>
                      <m:r>
                        <m:rPr>
                          <m:sty m:val="p"/>
                        </m:rPr>
                        <a:rPr lang="en-IN" sz="1400" i="0">
                          <a:latin typeface="Cambria Math" panose="02040503050406030204" pitchFamily="18" charset="0"/>
                          <a:cs typeface="Times New Roman" panose="02020603050405020304" pitchFamily="18" charset="0"/>
                        </a:rPr>
                        <m:t>dt</m:t>
                      </m:r>
                    </m:oMath>
                  </m:oMathPara>
                </a14:m>
                <a:endParaRPr lang="en-IN" sz="1400">
                  <a:latin typeface="Times New Roman" panose="02020603050405020304" pitchFamily="18" charset="0"/>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id="{C3FE5D84-A354-A9FF-7F46-8142F57A3C03}"/>
                  </a:ext>
                </a:extLst>
              </p:cNvPr>
              <p:cNvSpPr txBox="1">
                <a:spLocks noRot="1" noChangeAspect="1" noMove="1" noResize="1" noEditPoints="1" noAdjustHandles="1" noChangeArrowheads="1" noChangeShapeType="1" noTextEdit="1"/>
              </p:cNvSpPr>
              <p:nvPr/>
            </p:nvSpPr>
            <p:spPr>
              <a:xfrm>
                <a:off x="-688476" y="5208013"/>
                <a:ext cx="7058283" cy="973472"/>
              </a:xfrm>
              <a:prstGeom prst="rect">
                <a:avLst/>
              </a:prstGeom>
              <a:blipFill>
                <a:blip r:embed="rId5"/>
                <a:stretch>
                  <a:fillRect t="-89375" b="-127500"/>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8845CE0A-E196-21C7-C310-443C2AB97D7D}"/>
              </a:ext>
            </a:extLst>
          </p:cNvPr>
          <p:cNvSpPr txBox="1"/>
          <p:nvPr/>
        </p:nvSpPr>
        <p:spPr>
          <a:xfrm>
            <a:off x="-1911" y="2592125"/>
            <a:ext cx="5656520" cy="307777"/>
          </a:xfrm>
          <a:prstGeom prst="rect">
            <a:avLst/>
          </a:prstGeom>
          <a:noFill/>
        </p:spPr>
        <p:txBody>
          <a:bodyPr wrap="square">
            <a:spAutoFit/>
          </a:bodyPr>
          <a:lstStyle/>
          <a:p>
            <a:pPr marL="0" indent="0">
              <a:buNone/>
            </a:pPr>
            <a:r>
              <a:rPr lang="en-US" sz="1400" b="1">
                <a:latin typeface="Times New Roman" panose="02020603050405020304" pitchFamily="18" charset="0"/>
                <a:cs typeface="Times New Roman" panose="02020603050405020304" pitchFamily="18" charset="0"/>
              </a:rPr>
              <a:t>Three 3-phase time varying differential equations:</a:t>
            </a:r>
          </a:p>
        </p:txBody>
      </p:sp>
      <p:sp>
        <p:nvSpPr>
          <p:cNvPr id="15" name="TextBox 14">
            <a:extLst>
              <a:ext uri="{FF2B5EF4-FFF2-40B4-BE49-F238E27FC236}">
                <a16:creationId xmlns:a16="http://schemas.microsoft.com/office/drawing/2014/main" id="{ED2E3A02-F58B-19BC-1CD8-DB0E3B693E17}"/>
              </a:ext>
            </a:extLst>
          </p:cNvPr>
          <p:cNvSpPr txBox="1"/>
          <p:nvPr/>
        </p:nvSpPr>
        <p:spPr>
          <a:xfrm>
            <a:off x="166253" y="1431338"/>
            <a:ext cx="4922874" cy="307777"/>
          </a:xfrm>
          <a:prstGeom prst="rect">
            <a:avLst/>
          </a:prstGeom>
          <a:noFill/>
        </p:spPr>
        <p:txBody>
          <a:bodyPr wrap="square">
            <a:spAutoFit/>
          </a:bodyPr>
          <a:lstStyle/>
          <a:p>
            <a:r>
              <a:rPr lang="en-US" sz="1400" b="1">
                <a:latin typeface="Times New Roman" panose="02020603050405020304" pitchFamily="18" charset="0"/>
                <a:cs typeface="Times New Roman" panose="02020603050405020304" pitchFamily="18" charset="0"/>
              </a:rPr>
              <a:t>abc-dq transformation</a:t>
            </a:r>
            <a:endParaRPr lang="en-IN" sz="1400" b="1"/>
          </a:p>
        </p:txBody>
      </p:sp>
      <p:sp>
        <p:nvSpPr>
          <p:cNvPr id="17" name="TextBox 16">
            <a:extLst>
              <a:ext uri="{FF2B5EF4-FFF2-40B4-BE49-F238E27FC236}">
                <a16:creationId xmlns:a16="http://schemas.microsoft.com/office/drawing/2014/main" id="{88728D76-8512-6AA6-39AA-915B22A38398}"/>
              </a:ext>
            </a:extLst>
          </p:cNvPr>
          <p:cNvSpPr txBox="1"/>
          <p:nvPr/>
        </p:nvSpPr>
        <p:spPr>
          <a:xfrm>
            <a:off x="0" y="4981503"/>
            <a:ext cx="4922874" cy="307777"/>
          </a:xfrm>
          <a:prstGeom prst="rect">
            <a:avLst/>
          </a:prstGeom>
          <a:noFill/>
        </p:spPr>
        <p:txBody>
          <a:bodyPr wrap="square">
            <a:spAutoFit/>
          </a:bodyPr>
          <a:lstStyle/>
          <a:p>
            <a:r>
              <a:rPr lang="en-US" sz="1400" b="1">
                <a:latin typeface="Times New Roman" panose="02020603050405020304" pitchFamily="18" charset="0"/>
                <a:cs typeface="Times New Roman" panose="02020603050405020304" pitchFamily="18" charset="0"/>
              </a:rPr>
              <a:t>Current control equations</a:t>
            </a:r>
            <a:endParaRPr lang="en-IN" sz="1400"/>
          </a:p>
        </p:txBody>
      </p:sp>
      <p:sp>
        <p:nvSpPr>
          <p:cNvPr id="4" name="Rectangle 3">
            <a:extLst>
              <a:ext uri="{FF2B5EF4-FFF2-40B4-BE49-F238E27FC236}">
                <a16:creationId xmlns:a16="http://schemas.microsoft.com/office/drawing/2014/main" id="{64E7D4D6-D8BF-23D5-752E-F391325A6820}"/>
              </a:ext>
            </a:extLst>
          </p:cNvPr>
          <p:cNvSpPr/>
          <p:nvPr/>
        </p:nvSpPr>
        <p:spPr>
          <a:xfrm>
            <a:off x="-1910" y="6356197"/>
            <a:ext cx="9145911" cy="482367"/>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a:solidFill>
                  <a:schemeClr val="tx1"/>
                </a:solidFill>
                <a:latin typeface="Times New Roman"/>
                <a:cs typeface="Times New Roman"/>
              </a:rPr>
              <a:t>End-Semester Evaluation</a:t>
            </a:r>
            <a:r>
              <a:rPr lang="en-US" sz="1400">
                <a:solidFill>
                  <a:schemeClr val="tx1"/>
                </a:solidFill>
                <a:latin typeface="Times New Roman"/>
                <a:cs typeface="Times New Roman"/>
              </a:rPr>
              <a:t>                                       </a:t>
            </a:r>
            <a:r>
              <a:rPr lang="en-US" sz="1600">
                <a:solidFill>
                  <a:schemeClr val="tx1"/>
                </a:solidFill>
                <a:latin typeface="Times New Roman"/>
                <a:cs typeface="Times New Roman"/>
              </a:rPr>
              <a:t>Maloth Karthikeya                                                         16          </a:t>
            </a:r>
          </a:p>
        </p:txBody>
      </p:sp>
    </p:spTree>
    <p:extLst>
      <p:ext uri="{BB962C8B-B14F-4D97-AF65-F5344CB8AC3E}">
        <p14:creationId xmlns:p14="http://schemas.microsoft.com/office/powerpoint/2010/main" val="26488801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173B1-69E4-A91A-E025-08AC6A66AA87}"/>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51BEB7F0-6B80-1B1D-E948-072354689700}"/>
              </a:ext>
            </a:extLst>
          </p:cNvPr>
          <p:cNvSpPr/>
          <p:nvPr/>
        </p:nvSpPr>
        <p:spPr>
          <a:xfrm>
            <a:off x="-1911" y="6273249"/>
            <a:ext cx="9145911" cy="63773"/>
          </a:xfrm>
          <a:prstGeom prst="rect">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97CD386B-DA46-09F0-18C9-C805FE4AA9C7}"/>
              </a:ext>
            </a:extLst>
          </p:cNvPr>
          <p:cNvSpPr/>
          <p:nvPr/>
        </p:nvSpPr>
        <p:spPr>
          <a:xfrm>
            <a:off x="0" y="1010414"/>
            <a:ext cx="9144000" cy="63773"/>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itle 1">
            <a:extLst>
              <a:ext uri="{FF2B5EF4-FFF2-40B4-BE49-F238E27FC236}">
                <a16:creationId xmlns:a16="http://schemas.microsoft.com/office/drawing/2014/main" id="{166312F8-BDBF-8DF7-D15C-3EC127810AA0}"/>
              </a:ext>
            </a:extLst>
          </p:cNvPr>
          <p:cNvSpPr>
            <a:spLocks noGrp="1"/>
          </p:cNvSpPr>
          <p:nvPr>
            <p:ph type="title"/>
          </p:nvPr>
        </p:nvSpPr>
        <p:spPr>
          <a:xfrm>
            <a:off x="166253" y="196183"/>
            <a:ext cx="4573912" cy="702302"/>
          </a:xfrm>
        </p:spPr>
        <p:txBody>
          <a:bodyPr>
            <a:normAutofit/>
          </a:bodyPr>
          <a:lstStyle/>
          <a:p>
            <a:r>
              <a:rPr lang="en-US" sz="3200" b="1">
                <a:latin typeface="Times New Roman" panose="02020603050405020304" pitchFamily="18" charset="0"/>
                <a:cs typeface="Times New Roman" panose="02020603050405020304" pitchFamily="18" charset="0"/>
              </a:rPr>
              <a:t>Appendix</a:t>
            </a:r>
            <a:endParaRPr lang="en-US" sz="3000" b="1">
              <a:latin typeface="Times New Roman"/>
              <a:cs typeface="Times New Roman"/>
            </a:endParaRPr>
          </a:p>
        </p:txBody>
      </p:sp>
      <p:sp>
        <p:nvSpPr>
          <p:cNvPr id="4" name="TextBox 3">
            <a:extLst>
              <a:ext uri="{FF2B5EF4-FFF2-40B4-BE49-F238E27FC236}">
                <a16:creationId xmlns:a16="http://schemas.microsoft.com/office/drawing/2014/main" id="{585E9A87-BF92-1BC6-198B-6C9894F43985}"/>
              </a:ext>
            </a:extLst>
          </p:cNvPr>
          <p:cNvSpPr txBox="1"/>
          <p:nvPr/>
        </p:nvSpPr>
        <p:spPr>
          <a:xfrm>
            <a:off x="166253" y="1563815"/>
            <a:ext cx="8329161" cy="954107"/>
          </a:xfrm>
          <a:prstGeom prst="rect">
            <a:avLst/>
          </a:prstGeom>
          <a:noFill/>
        </p:spPr>
        <p:txBody>
          <a:bodyPr wrap="square">
            <a:spAutoFit/>
          </a:bodyPr>
          <a:lstStyle/>
          <a:p>
            <a:pPr>
              <a:buNone/>
            </a:pPr>
            <a:r>
              <a:rPr lang="en-IN" sz="1400" b="0" i="0">
                <a:effectLst/>
                <a:latin typeface="Times New Roman" panose="02020603050405020304" pitchFamily="18" charset="0"/>
                <a:cs typeface="Times New Roman" panose="02020603050405020304" pitchFamily="18" charset="0"/>
              </a:rPr>
              <a:t>dvq_pll_dt = wf_PLL*(v_f(2) - vq_pll); </a:t>
            </a:r>
            <a:r>
              <a:rPr lang="en-IN" sz="1400" b="0" i="0">
                <a:solidFill>
                  <a:srgbClr val="008013"/>
                </a:solidFill>
                <a:effectLst/>
                <a:latin typeface="Times New Roman" panose="02020603050405020304" pitchFamily="18" charset="0"/>
                <a:cs typeface="Times New Roman" panose="02020603050405020304" pitchFamily="18" charset="0"/>
              </a:rPr>
              <a:t>% LPF the q-axis voltage</a:t>
            </a:r>
            <a:endParaRPr lang="en-IN" sz="1400" b="0" i="0">
              <a:effectLst/>
              <a:latin typeface="Times New Roman" panose="02020603050405020304" pitchFamily="18" charset="0"/>
              <a:cs typeface="Times New Roman" panose="02020603050405020304" pitchFamily="18" charset="0"/>
            </a:endParaRPr>
          </a:p>
          <a:p>
            <a:pPr>
              <a:buNone/>
            </a:pPr>
            <a:r>
              <a:rPr lang="en-IN" sz="1400" b="0" i="0">
                <a:effectLst/>
                <a:latin typeface="Times New Roman" panose="02020603050405020304" pitchFamily="18" charset="0"/>
                <a:cs typeface="Times New Roman" panose="02020603050405020304" pitchFamily="18" charset="0"/>
              </a:rPr>
              <a:t>de_pll_dt = ki_pll*(0 - vq_pll); </a:t>
            </a:r>
            <a:r>
              <a:rPr lang="en-IN" sz="1400" b="0" i="0">
                <a:solidFill>
                  <a:srgbClr val="008013"/>
                </a:solidFill>
                <a:effectLst/>
                <a:latin typeface="Times New Roman" panose="02020603050405020304" pitchFamily="18" charset="0"/>
                <a:cs typeface="Times New Roman" panose="02020603050405020304" pitchFamily="18" charset="0"/>
              </a:rPr>
              <a:t>% PLL integrator</a:t>
            </a:r>
            <a:endParaRPr lang="en-IN" sz="1400" b="0" i="0">
              <a:effectLst/>
              <a:latin typeface="Times New Roman" panose="02020603050405020304" pitchFamily="18" charset="0"/>
              <a:cs typeface="Times New Roman" panose="02020603050405020304" pitchFamily="18" charset="0"/>
            </a:endParaRPr>
          </a:p>
          <a:p>
            <a:pPr>
              <a:buNone/>
            </a:pPr>
            <a:r>
              <a:rPr lang="en-IN" sz="1400" b="0" i="0">
                <a:effectLst/>
                <a:latin typeface="Times New Roman" panose="02020603050405020304" pitchFamily="18" charset="0"/>
                <a:cs typeface="Times New Roman" panose="02020603050405020304" pitchFamily="18" charset="0"/>
              </a:rPr>
              <a:t>w_pll = kp_pll*(0 - vq_pll) + e_pll; </a:t>
            </a:r>
            <a:r>
              <a:rPr lang="en-IN" sz="1400" b="0" i="0">
                <a:solidFill>
                  <a:srgbClr val="008013"/>
                </a:solidFill>
                <a:effectLst/>
                <a:latin typeface="Times New Roman" panose="02020603050405020304" pitchFamily="18" charset="0"/>
                <a:cs typeface="Times New Roman" panose="02020603050405020304" pitchFamily="18" charset="0"/>
              </a:rPr>
              <a:t>% PLL frequency</a:t>
            </a:r>
            <a:endParaRPr lang="en-IN" sz="1400" b="0" i="0">
              <a:effectLst/>
              <a:latin typeface="Times New Roman" panose="02020603050405020304" pitchFamily="18" charset="0"/>
              <a:cs typeface="Times New Roman" panose="02020603050405020304" pitchFamily="18" charset="0"/>
            </a:endParaRPr>
          </a:p>
          <a:p>
            <a:pPr>
              <a:buNone/>
            </a:pPr>
            <a:r>
              <a:rPr lang="en-IN" sz="1400" b="0" i="0">
                <a:effectLst/>
                <a:latin typeface="Times New Roman" panose="02020603050405020304" pitchFamily="18" charset="0"/>
                <a:cs typeface="Times New Roman" panose="02020603050405020304" pitchFamily="18" charset="0"/>
              </a:rPr>
              <a:t>dtheta_vsc_dt = wn*(w_pll - w); </a:t>
            </a:r>
            <a:r>
              <a:rPr lang="en-IN" sz="1400" b="0" i="0">
                <a:solidFill>
                  <a:srgbClr val="008013"/>
                </a:solidFill>
                <a:effectLst/>
                <a:latin typeface="Times New Roman" panose="02020603050405020304" pitchFamily="18" charset="0"/>
                <a:cs typeface="Times New Roman" panose="02020603050405020304" pitchFamily="18" charset="0"/>
              </a:rPr>
              <a:t>% Angular difference between frames</a:t>
            </a:r>
            <a:endParaRPr lang="en-IN" sz="1400" b="0" i="0">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044C225-F1C2-D123-2C7A-24F2D17A0DB7}"/>
              </a:ext>
            </a:extLst>
          </p:cNvPr>
          <p:cNvSpPr txBox="1"/>
          <p:nvPr/>
        </p:nvSpPr>
        <p:spPr>
          <a:xfrm>
            <a:off x="166253" y="3013162"/>
            <a:ext cx="7148948" cy="523220"/>
          </a:xfrm>
          <a:prstGeom prst="rect">
            <a:avLst/>
          </a:prstGeom>
          <a:noFill/>
        </p:spPr>
        <p:txBody>
          <a:bodyPr wrap="square">
            <a:spAutoFit/>
          </a:bodyPr>
          <a:lstStyle/>
          <a:p>
            <a:pPr>
              <a:buNone/>
            </a:pPr>
            <a:r>
              <a:rPr lang="en-IN" sz="1400" b="0" i="0">
                <a:effectLst/>
                <a:latin typeface="Times New Roman" panose="02020603050405020304" pitchFamily="18" charset="0"/>
                <a:cs typeface="Times New Roman" panose="02020603050405020304" pitchFamily="18" charset="0"/>
              </a:rPr>
              <a:t>id_ref = kp_P*(p_ref - p_m) + e_P;</a:t>
            </a:r>
          </a:p>
          <a:p>
            <a:pPr>
              <a:buNone/>
            </a:pPr>
            <a:r>
              <a:rPr lang="en-IN" sz="1400">
                <a:latin typeface="Times New Roman" panose="02020603050405020304" pitchFamily="18" charset="0"/>
                <a:cs typeface="Times New Roman" panose="02020603050405020304" pitchFamily="18" charset="0"/>
              </a:rPr>
              <a:t>i</a:t>
            </a:r>
            <a:r>
              <a:rPr lang="en-IN" sz="1400" b="0" i="0">
                <a:effectLst/>
                <a:latin typeface="Times New Roman" panose="02020603050405020304" pitchFamily="18" charset="0"/>
                <a:cs typeface="Times New Roman" panose="02020603050405020304" pitchFamily="18" charset="0"/>
              </a:rPr>
              <a:t>q_ref = kp_Q*(q_ref - q_m) + e_Q; </a:t>
            </a:r>
            <a:r>
              <a:rPr lang="en-IN" sz="1400" b="0" i="0">
                <a:solidFill>
                  <a:srgbClr val="008013"/>
                </a:solidFill>
                <a:effectLst/>
                <a:latin typeface="Times New Roman" panose="02020603050405020304" pitchFamily="18" charset="0"/>
                <a:cs typeface="Times New Roman" panose="02020603050405020304" pitchFamily="18" charset="0"/>
              </a:rPr>
              <a:t>% Current references</a:t>
            </a:r>
            <a:endParaRPr lang="en-IN" sz="1400" b="0" i="0">
              <a:effectLst/>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93D30D80-5F06-D3F9-589D-8F738E32B42C}"/>
              </a:ext>
            </a:extLst>
          </p:cNvPr>
          <p:cNvSpPr txBox="1"/>
          <p:nvPr/>
        </p:nvSpPr>
        <p:spPr>
          <a:xfrm>
            <a:off x="251311" y="3939797"/>
            <a:ext cx="7808167" cy="1077218"/>
          </a:xfrm>
          <a:prstGeom prst="rect">
            <a:avLst/>
          </a:prstGeom>
          <a:noFill/>
        </p:spPr>
        <p:txBody>
          <a:bodyPr wrap="square">
            <a:spAutoFit/>
          </a:bodyPr>
          <a:lstStyle/>
          <a:p>
            <a:pPr>
              <a:buNone/>
            </a:pPr>
            <a:r>
              <a:rPr lang="en-IN" sz="1400" b="0" i="0">
                <a:effectLst/>
                <a:latin typeface="Times New Roman" panose="02020603050405020304" pitchFamily="18" charset="0"/>
                <a:cs typeface="Times New Roman" panose="02020603050405020304" pitchFamily="18" charset="0"/>
              </a:rPr>
              <a:t>de_CL_dt = ki_CL*(i_ref - i_f); </a:t>
            </a:r>
            <a:r>
              <a:rPr lang="en-IN" sz="1400" b="0" i="0">
                <a:solidFill>
                  <a:srgbClr val="008013"/>
                </a:solidFill>
                <a:effectLst/>
                <a:latin typeface="Times New Roman" panose="02020603050405020304" pitchFamily="18" charset="0"/>
                <a:cs typeface="Times New Roman" panose="02020603050405020304" pitchFamily="18" charset="0"/>
              </a:rPr>
              <a:t>% Integral action</a:t>
            </a:r>
            <a:endParaRPr lang="en-IN" sz="1400" b="0" i="0">
              <a:effectLst/>
              <a:latin typeface="Times New Roman" panose="02020603050405020304" pitchFamily="18" charset="0"/>
              <a:cs typeface="Times New Roman" panose="02020603050405020304" pitchFamily="18" charset="0"/>
            </a:endParaRPr>
          </a:p>
          <a:p>
            <a:pPr>
              <a:buNone/>
            </a:pPr>
            <a:r>
              <a:rPr lang="en-IN" sz="1400" b="0" i="0">
                <a:effectLst/>
                <a:latin typeface="Times New Roman" panose="02020603050405020304" pitchFamily="18" charset="0"/>
                <a:cs typeface="Times New Roman" panose="02020603050405020304" pitchFamily="18" charset="0"/>
              </a:rPr>
              <a:t>vc_m = v_f + kp_CL*(i_ref - i_f) + e_CL + w_pll*l_f*Wpu*i_f; </a:t>
            </a:r>
            <a:r>
              <a:rPr lang="en-IN" sz="1400" b="0" i="0">
                <a:solidFill>
                  <a:srgbClr val="008013"/>
                </a:solidFill>
                <a:effectLst/>
                <a:latin typeface="Times New Roman" panose="02020603050405020304" pitchFamily="18" charset="0"/>
                <a:cs typeface="Times New Roman" panose="02020603050405020304" pitchFamily="18" charset="0"/>
              </a:rPr>
              <a:t>% PI + decoupling and FF</a:t>
            </a:r>
            <a:endParaRPr lang="en-IN" sz="1400" b="0" i="0">
              <a:effectLst/>
              <a:latin typeface="Times New Roman" panose="02020603050405020304" pitchFamily="18" charset="0"/>
              <a:cs typeface="Times New Roman" panose="02020603050405020304" pitchFamily="18" charset="0"/>
            </a:endParaRPr>
          </a:p>
          <a:p>
            <a:pPr>
              <a:buNone/>
            </a:pPr>
            <a:br>
              <a:rPr lang="en-IN" sz="1800" b="0" i="0">
                <a:effectLst/>
                <a:latin typeface="Menlo"/>
              </a:rPr>
            </a:br>
            <a:endParaRPr lang="en-IN" sz="1800" b="0" i="0">
              <a:effectLst/>
              <a:latin typeface="Menlo"/>
            </a:endParaRPr>
          </a:p>
        </p:txBody>
      </p:sp>
      <p:sp>
        <p:nvSpPr>
          <p:cNvPr id="10" name="TextBox 9">
            <a:extLst>
              <a:ext uri="{FF2B5EF4-FFF2-40B4-BE49-F238E27FC236}">
                <a16:creationId xmlns:a16="http://schemas.microsoft.com/office/drawing/2014/main" id="{7162BB50-F78F-CB81-362D-7F2643B532AF}"/>
              </a:ext>
            </a:extLst>
          </p:cNvPr>
          <p:cNvSpPr txBox="1"/>
          <p:nvPr/>
        </p:nvSpPr>
        <p:spPr>
          <a:xfrm>
            <a:off x="166253" y="1298568"/>
            <a:ext cx="4922874" cy="307777"/>
          </a:xfrm>
          <a:prstGeom prst="rect">
            <a:avLst/>
          </a:prstGeom>
          <a:noFill/>
        </p:spPr>
        <p:txBody>
          <a:bodyPr wrap="square">
            <a:spAutoFit/>
          </a:bodyPr>
          <a:lstStyle/>
          <a:p>
            <a:r>
              <a:rPr lang="en-US" sz="1400" b="1">
                <a:latin typeface="Times New Roman" panose="02020603050405020304" pitchFamily="18" charset="0"/>
                <a:cs typeface="Times New Roman" panose="02020603050405020304" pitchFamily="18" charset="0"/>
              </a:rPr>
              <a:t>PLL</a:t>
            </a:r>
            <a:endParaRPr lang="en-IN" sz="1400" b="1"/>
          </a:p>
        </p:txBody>
      </p:sp>
      <p:sp>
        <p:nvSpPr>
          <p:cNvPr id="11" name="TextBox 10">
            <a:extLst>
              <a:ext uri="{FF2B5EF4-FFF2-40B4-BE49-F238E27FC236}">
                <a16:creationId xmlns:a16="http://schemas.microsoft.com/office/drawing/2014/main" id="{C569D4E3-DF76-41A4-B9AD-6BB9E36B6C55}"/>
              </a:ext>
            </a:extLst>
          </p:cNvPr>
          <p:cNvSpPr txBox="1"/>
          <p:nvPr/>
        </p:nvSpPr>
        <p:spPr>
          <a:xfrm>
            <a:off x="166253" y="2676674"/>
            <a:ext cx="4922874" cy="307777"/>
          </a:xfrm>
          <a:prstGeom prst="rect">
            <a:avLst/>
          </a:prstGeom>
          <a:noFill/>
        </p:spPr>
        <p:txBody>
          <a:bodyPr wrap="square">
            <a:spAutoFit/>
          </a:bodyPr>
          <a:lstStyle/>
          <a:p>
            <a:r>
              <a:rPr lang="en-US" sz="1400" b="1">
                <a:latin typeface="Times New Roman" panose="02020603050405020304" pitchFamily="18" charset="0"/>
                <a:cs typeface="Times New Roman" panose="02020603050405020304" pitchFamily="18" charset="0"/>
              </a:rPr>
              <a:t>Power control loop</a:t>
            </a:r>
            <a:endParaRPr lang="en-IN" sz="1400" b="1"/>
          </a:p>
        </p:txBody>
      </p:sp>
      <p:sp>
        <p:nvSpPr>
          <p:cNvPr id="12" name="TextBox 11">
            <a:extLst>
              <a:ext uri="{FF2B5EF4-FFF2-40B4-BE49-F238E27FC236}">
                <a16:creationId xmlns:a16="http://schemas.microsoft.com/office/drawing/2014/main" id="{D45D4360-95C9-671B-0B4A-8AB47406B855}"/>
              </a:ext>
            </a:extLst>
          </p:cNvPr>
          <p:cNvSpPr txBox="1"/>
          <p:nvPr/>
        </p:nvSpPr>
        <p:spPr>
          <a:xfrm>
            <a:off x="166253" y="3620256"/>
            <a:ext cx="4922874" cy="307777"/>
          </a:xfrm>
          <a:prstGeom prst="rect">
            <a:avLst/>
          </a:prstGeom>
          <a:noFill/>
        </p:spPr>
        <p:txBody>
          <a:bodyPr wrap="square">
            <a:spAutoFit/>
          </a:bodyPr>
          <a:lstStyle/>
          <a:p>
            <a:r>
              <a:rPr lang="en-US" sz="1400" b="1">
                <a:latin typeface="Times New Roman" panose="02020603050405020304" pitchFamily="18" charset="0"/>
                <a:cs typeface="Times New Roman" panose="02020603050405020304" pitchFamily="18" charset="0"/>
              </a:rPr>
              <a:t>Current control loop</a:t>
            </a:r>
            <a:endParaRPr lang="en-IN" sz="1400" b="1"/>
          </a:p>
        </p:txBody>
      </p:sp>
      <p:sp>
        <p:nvSpPr>
          <p:cNvPr id="2" name="Rectangle 1">
            <a:extLst>
              <a:ext uri="{FF2B5EF4-FFF2-40B4-BE49-F238E27FC236}">
                <a16:creationId xmlns:a16="http://schemas.microsoft.com/office/drawing/2014/main" id="{ACF48921-DA9D-8547-0EF6-48A3D8E4B281}"/>
              </a:ext>
            </a:extLst>
          </p:cNvPr>
          <p:cNvSpPr/>
          <p:nvPr/>
        </p:nvSpPr>
        <p:spPr>
          <a:xfrm>
            <a:off x="-1910" y="6356197"/>
            <a:ext cx="9145911" cy="482367"/>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a:solidFill>
                  <a:schemeClr val="tx1"/>
                </a:solidFill>
                <a:latin typeface="Times New Roman"/>
                <a:cs typeface="Times New Roman"/>
              </a:rPr>
              <a:t>End-Semester Evaluation</a:t>
            </a:r>
            <a:r>
              <a:rPr lang="en-US" sz="1400">
                <a:solidFill>
                  <a:schemeClr val="tx1"/>
                </a:solidFill>
                <a:latin typeface="Times New Roman"/>
                <a:cs typeface="Times New Roman"/>
              </a:rPr>
              <a:t>                                       </a:t>
            </a:r>
            <a:r>
              <a:rPr lang="en-US" sz="1600">
                <a:solidFill>
                  <a:schemeClr val="tx1"/>
                </a:solidFill>
                <a:latin typeface="Times New Roman"/>
                <a:cs typeface="Times New Roman"/>
              </a:rPr>
              <a:t>Maloth Karthikeya                                                         17          </a:t>
            </a:r>
          </a:p>
        </p:txBody>
      </p:sp>
    </p:spTree>
    <p:extLst>
      <p:ext uri="{BB962C8B-B14F-4D97-AF65-F5344CB8AC3E}">
        <p14:creationId xmlns:p14="http://schemas.microsoft.com/office/powerpoint/2010/main" val="25719606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b595335-1b05-462e-8213-ca8305eda6ab">
      <Terms xmlns="http://schemas.microsoft.com/office/infopath/2007/PartnerControls"/>
    </lcf76f155ced4ddcb4097134ff3c332f>
    <TaxCatchAll xmlns="ac5c16d1-0ec9-4668-bdf3-ed174bc527c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28AFD65EC44E04FB5AD73707B778DF4" ma:contentTypeVersion="11" ma:contentTypeDescription="Create a new document." ma:contentTypeScope="" ma:versionID="64780af2834bb23a869d256dfd1fc2cc">
  <xsd:schema xmlns:xsd="http://www.w3.org/2001/XMLSchema" xmlns:xs="http://www.w3.org/2001/XMLSchema" xmlns:p="http://schemas.microsoft.com/office/2006/metadata/properties" xmlns:ns2="8b595335-1b05-462e-8213-ca8305eda6ab" xmlns:ns3="ac5c16d1-0ec9-4668-bdf3-ed174bc527c0" targetNamespace="http://schemas.microsoft.com/office/2006/metadata/properties" ma:root="true" ma:fieldsID="7872c565114d65e076c925b7f36f3e2d" ns2:_="" ns3:_="">
    <xsd:import namespace="8b595335-1b05-462e-8213-ca8305eda6ab"/>
    <xsd:import namespace="ac5c16d1-0ec9-4668-bdf3-ed174bc527c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b595335-1b05-462e-8213-ca8305eda6a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111e61b2-d0b2-4a4b-bde9-b245ddbdd3dc"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c5c16d1-0ec9-4668-bdf3-ed174bc527c0"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9d789dd-f256-45d8-95ba-216859aee350}" ma:internalName="TaxCatchAll" ma:showField="CatchAllData" ma:web="ac5c16d1-0ec9-4668-bdf3-ed174bc527c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2638B6B-C77A-4BB3-9958-74899BA123C0}">
  <ds:schemaRefs>
    <ds:schemaRef ds:uri="8b595335-1b05-462e-8213-ca8305eda6ab"/>
    <ds:schemaRef ds:uri="ac5c16d1-0ec9-4668-bdf3-ed174bc527c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F9BE4E68-D764-4981-B989-F399EC0B2810}">
  <ds:schemaRefs>
    <ds:schemaRef ds:uri="http://schemas.microsoft.com/sharepoint/v3/contenttype/forms"/>
  </ds:schemaRefs>
</ds:datastoreItem>
</file>

<file path=customXml/itemProps3.xml><?xml version="1.0" encoding="utf-8"?>
<ds:datastoreItem xmlns:ds="http://schemas.openxmlformats.org/officeDocument/2006/customXml" ds:itemID="{056FB0F4-3B07-4503-825E-EB47EEA691D7}">
  <ds:schemaRefs>
    <ds:schemaRef ds:uri="8b595335-1b05-462e-8213-ca8305eda6ab"/>
    <ds:schemaRef ds:uri="ac5c16d1-0ec9-4668-bdf3-ed174bc527c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0</TotalTime>
  <Words>1554</Words>
  <Application>Microsoft Office PowerPoint</Application>
  <PresentationFormat>On-screen Show (4:3)</PresentationFormat>
  <Paragraphs>176</Paragraphs>
  <Slides>17</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Aptos</vt:lpstr>
      <vt:lpstr>Aptos Display</vt:lpstr>
      <vt:lpstr>Arial</vt:lpstr>
      <vt:lpstr>Cambria Math</vt:lpstr>
      <vt:lpstr>Menlo</vt:lpstr>
      <vt:lpstr>Times New Roman</vt:lpstr>
      <vt:lpstr>Wingdings</vt:lpstr>
      <vt:lpstr>Office Theme</vt:lpstr>
      <vt:lpstr>PowerPoint Presentation</vt:lpstr>
      <vt:lpstr>Outline</vt:lpstr>
      <vt:lpstr>Introduction </vt:lpstr>
      <vt:lpstr>Literature Review</vt:lpstr>
      <vt:lpstr>Problem Statement and Motivation</vt:lpstr>
      <vt:lpstr>Methodology</vt:lpstr>
      <vt:lpstr>Methodology</vt:lpstr>
      <vt:lpstr>Methodology</vt:lpstr>
      <vt:lpstr>Methodology</vt:lpstr>
      <vt:lpstr>Methodology</vt:lpstr>
      <vt:lpstr>Methodology</vt:lpstr>
      <vt:lpstr>Results</vt:lpstr>
      <vt:lpstr>Results</vt:lpstr>
      <vt:lpstr>Results</vt:lpstr>
      <vt:lpstr>Conclusions and Future scope</vt:lpstr>
      <vt:lpstr>Appendix</vt:lpstr>
      <vt:lpstr>Appendix</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Karthikeya Maloth</dc:creator>
  <cp:lastModifiedBy>Karthikeya Maloth</cp:lastModifiedBy>
  <cp:revision>2</cp:revision>
  <dcterms:created xsi:type="dcterms:W3CDTF">2024-02-15T06:29:26Z</dcterms:created>
  <dcterms:modified xsi:type="dcterms:W3CDTF">2025-11-21T09:50:40Z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0x010100E28AFD65EC44E04FB5AD73707B778DF4</vt:lpwstr>
  </property>
  <property fmtid="{D5CDD505-2E9C-101B-9397-08002B2CF9AE}" pid="3" name="MediaServiceImageTags">
    <vt:lpwstr/>
  </property>
</Properties>
</file>